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/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pa">
    <p:bg>
      <p:bgPr>
        <a:solidFill>
          <a:srgbClr val="F3F1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loco da foto"/>
          <p:cNvSpPr/>
          <p:nvPr userDrawn="1"/>
        </p:nvSpPr>
        <p:spPr>
          <a:xfrm>
            <a:off x="5120640" y="0"/>
            <a:ext cx="7071055" cy="6858000"/>
          </a:xfrm>
          <a:prstGeom prst="rect">
            <a:avLst/>
          </a:prstGeom>
          <a:solidFill>
            <a:srgbClr val="E6EDF6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" name="Título"/>
          <p:cNvSpPr>
            <a:spLocks noGrp="1"/>
          </p:cNvSpPr>
          <p:nvPr>
            <p:ph type="ctrTitle"/>
          </p:nvPr>
        </p:nvSpPr>
        <p:spPr>
          <a:xfrm>
            <a:off x="640080" y="1828800"/>
            <a:ext cx="4389120" cy="2377440"/>
          </a:xfrm>
        </p:spPr>
        <p:txBody>
          <a:bodyPr wrap="square" lIns="0" tIns="0" rIns="0" bIns="0" anchor="t">
            <a:normAutofit/>
          </a:bodyPr>
          <a:lstStyle>
            <a:lvl1pPr marL="0" indent="0" algn="l">
              <a:lnSpc>
                <a:spcPct val="98000"/>
              </a:lnSpc>
              <a:spcBef>
                <a:spcPts val="0"/>
              </a:spcBef>
              <a:buNone/>
              <a:defRPr lang="pt-BR" sz="4600" b="1" i="0">
                <a:solidFill>
                  <a:srgbClr val="1F3A5F"/>
                </a:solidFill>
                <a:latin typeface="Arial"/>
              </a:defRPr>
            </a:lvl1pPr>
          </a:lstStyle>
          <a:p>
            <a:r>
              <a:rPr lang="pt-BR"/>
              <a:t>Título da apresentação</a:t>
            </a:r>
          </a:p>
        </p:txBody>
      </p:sp>
      <p:sp>
        <p:nvSpPr>
          <p:cNvPr id="4" name="Subtítulo"/>
          <p:cNvSpPr>
            <a:spLocks noGrp="1"/>
          </p:cNvSpPr>
          <p:nvPr>
            <p:ph type="subTitle" idx="1"/>
          </p:nvPr>
        </p:nvSpPr>
        <p:spPr>
          <a:xfrm>
            <a:off x="640080" y="4343400"/>
            <a:ext cx="4206240" cy="914400"/>
          </a:xfrm>
        </p:spPr>
        <p:txBody>
          <a:bodyPr wrap="square" lIns="0" tIns="0" rIns="0" bIns="0" anchor="t">
            <a:normAutofit/>
          </a:bodyPr>
          <a:lstStyle>
            <a:lvl1pPr marL="0" indent="0" algn="l">
              <a:spcBef>
                <a:spcPts val="0"/>
              </a:spcBef>
              <a:buNone/>
              <a:defRPr lang="pt-BR" sz="1600" b="0" i="0">
                <a:solidFill>
                  <a:srgbClr val="5B6475"/>
                </a:solidFill>
                <a:latin typeface="Arial"/>
              </a:defRPr>
            </a:lvl1pPr>
          </a:lstStyle>
          <a:p>
            <a:r>
              <a:rPr lang="pt-BR"/>
              <a:t>Subtítulo</a:t>
            </a:r>
          </a:p>
        </p:txBody>
      </p:sp>
      <p:sp>
        <p:nvSpPr>
          <p:cNvPr id="5" name="Área, projeto e data"/>
          <p:cNvSpPr>
            <a:spLocks noGrp="1"/>
          </p:cNvSpPr>
          <p:nvPr>
            <p:ph type="body" idx="14" sz="quarter"/>
          </p:nvPr>
        </p:nvSpPr>
        <p:spPr>
          <a:xfrm>
            <a:off x="640080" y="5806440"/>
            <a:ext cx="2926080" cy="777240"/>
          </a:xfrm>
        </p:spPr>
        <p:txBody>
          <a:bodyPr wrap="square" lIns="0" tIns="0" rIns="0" bIns="0" anchor="t">
            <a:normAutofit/>
          </a:bodyPr>
          <a:lstStyle>
            <a:lvl1pPr marL="0" indent="0" algn="l">
              <a:spcBef>
                <a:spcPts val="0"/>
              </a:spcBef>
              <a:buNone/>
              <a:defRPr lang="pt-BR" sz="1200" b="0" i="0">
                <a:solidFill>
                  <a:srgbClr val="5B6475"/>
                </a:solidFill>
                <a:latin typeface="Arial"/>
              </a:defRPr>
            </a:lvl1pPr>
          </a:lstStyle>
          <a:p>
            <a:r>
              <a:rPr lang="pt-BR"/>
              <a:t>Área, projeto e data</a:t>
            </a:r>
          </a:p>
        </p:txBody>
      </p:sp>
      <p:sp>
        <p:nvSpPr>
          <p:cNvPr id="6" name="Foto"/>
          <p:cNvSpPr>
            <a:spLocks noGrp="1"/>
          </p:cNvSpPr>
          <p:nvPr>
            <p:ph type="pic" idx="13" sz="quarter"/>
          </p:nvPr>
        </p:nvSpPr>
        <p:spPr>
          <a:xfrm>
            <a:off x="5120640" y="0"/>
            <a:ext cx="7071055" cy="6858000"/>
          </a:xfrm>
        </p:spPr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úmero">
    <p:bg>
      <p:bgPr>
        <a:solidFill>
          <a:srgbClr val="F3F1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ilete"/>
          <p:cNvSpPr/>
          <p:nvPr userDrawn="1"/>
        </p:nvSpPr>
        <p:spPr>
          <a:xfrm>
            <a:off x="731520" y="5349240"/>
            <a:ext cx="1097280" cy="64008"/>
          </a:xfrm>
          <a:prstGeom prst="rect">
            <a:avLst/>
          </a:prstGeom>
          <a:solidFill>
            <a:srgbClr val="F2C14E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" name="Chamada"/>
          <p:cNvSpPr>
            <a:spLocks noGrp="1"/>
          </p:cNvSpPr>
          <p:nvPr>
            <p:ph type="body" idx="10" sz="quarter"/>
          </p:nvPr>
        </p:nvSpPr>
        <p:spPr>
          <a:xfrm>
            <a:off x="731520" y="640080"/>
            <a:ext cx="7315200" cy="274320"/>
          </a:xfrm>
        </p:spPr>
        <p:txBody>
          <a:bodyPr wrap="square" lIns="0" tIns="0" rIns="0" bIns="0" anchor="t">
            <a:normAutofit/>
          </a:bodyPr>
          <a:lstStyle>
            <a:lvl1pPr marL="0" indent="0" algn="l">
              <a:spcBef>
                <a:spcPts val="0"/>
              </a:spcBef>
              <a:buNone/>
              <a:defRPr lang="pt-BR" sz="1200" b="1" i="0" spc="150">
                <a:solidFill>
                  <a:srgbClr val="5B6475"/>
                </a:solidFill>
                <a:latin typeface="Arial"/>
              </a:defRPr>
            </a:lvl1pPr>
          </a:lstStyle>
          <a:p>
            <a:r>
              <a:rPr lang="pt-BR"/>
              <a:t>CHAMADA EM CAIXA ALTA</a:t>
            </a:r>
          </a:p>
        </p:txBody>
      </p:sp>
      <p:sp>
        <p:nvSpPr>
          <p:cNvPr id="4" name="Número"/>
          <p:cNvSpPr>
            <a:spLocks noGrp="1"/>
          </p:cNvSpPr>
          <p:nvPr>
            <p:ph type="body" idx="11" sz="quarter"/>
          </p:nvPr>
        </p:nvSpPr>
        <p:spPr>
          <a:xfrm>
            <a:off x="731520" y="1097280"/>
            <a:ext cx="8229600" cy="1920240"/>
          </a:xfrm>
        </p:spPr>
        <p:txBody>
          <a:bodyPr wrap="square" lIns="0" tIns="0" rIns="0" bIns="0" anchor="t">
            <a:normAutofit/>
          </a:bodyPr>
          <a:lstStyle>
            <a:lvl1pPr marL="0" indent="0" algn="l">
              <a:spcBef>
                <a:spcPts val="0"/>
              </a:spcBef>
              <a:buNone/>
              <a:defRPr lang="pt-BR" sz="12000" b="1" i="0">
                <a:solidFill>
                  <a:srgbClr val="1F3A5F"/>
                </a:solidFill>
                <a:latin typeface="Arial"/>
              </a:defRPr>
            </a:lvl1pPr>
          </a:lstStyle>
          <a:p>
            <a:r>
              <a:rPr lang="pt-BR"/>
              <a:t>99.353</a:t>
            </a:r>
          </a:p>
        </p:txBody>
      </p:sp>
      <p:sp>
        <p:nvSpPr>
          <p:cNvPr id="5" name="Legenda do número"/>
          <p:cNvSpPr>
            <a:spLocks noGrp="1"/>
          </p:cNvSpPr>
          <p:nvPr>
            <p:ph type="body" idx="12" sz="quarter"/>
          </p:nvPr>
        </p:nvSpPr>
        <p:spPr>
          <a:xfrm>
            <a:off x="731520" y="3017520"/>
            <a:ext cx="10058400" cy="457200"/>
          </a:xfrm>
        </p:spPr>
        <p:txBody>
          <a:bodyPr wrap="square" lIns="0" tIns="0" rIns="0" bIns="0" anchor="t">
            <a:normAutofit/>
          </a:bodyPr>
          <a:lstStyle>
            <a:lvl1pPr marL="0" indent="0" algn="l">
              <a:spcBef>
                <a:spcPts val="0"/>
              </a:spcBef>
              <a:buNone/>
              <a:defRPr lang="pt-BR" sz="2200" b="0" i="0">
                <a:solidFill>
                  <a:srgbClr val="1E1E1C"/>
                </a:solidFill>
                <a:latin typeface="Arial"/>
              </a:defRPr>
            </a:lvl1pPr>
          </a:lstStyle>
          <a:p>
            <a:r>
              <a:rPr lang="pt-BR"/>
              <a:t>O que o número mede e o período</a:t>
            </a:r>
          </a:p>
        </p:txBody>
      </p:sp>
      <p:sp>
        <p:nvSpPr>
          <p:cNvPr id="6" name="Dado de apoio 1"/>
          <p:cNvSpPr>
            <a:spLocks noGrp="1"/>
          </p:cNvSpPr>
          <p:nvPr>
            <p:ph type="body" idx="13" sz="quarter"/>
          </p:nvPr>
        </p:nvSpPr>
        <p:spPr>
          <a:xfrm>
            <a:off x="731520" y="4160520"/>
            <a:ext cx="2926080" cy="822960"/>
          </a:xfrm>
        </p:spPr>
        <p:txBody>
          <a:bodyPr wrap="square" lIns="0" tIns="0" rIns="0" bIns="0" anchor="t">
            <a:normAutofit/>
          </a:bodyPr>
          <a:lstStyle>
            <a:lvl1pPr marL="0" indent="0" algn="l">
              <a:spcBef>
                <a:spcPts val="0"/>
              </a:spcBef>
              <a:buNone/>
              <a:defRPr lang="pt-BR" sz="1400" b="0" i="0">
                <a:solidFill>
                  <a:srgbClr val="5B6475"/>
                </a:solidFill>
                <a:latin typeface="Arial"/>
              </a:defRPr>
            </a:lvl1pPr>
          </a:lstStyle>
          <a:p>
            <a:r>
              <a:rPr lang="pt-BR"/>
              <a:t>4  descrição do dado</a:t>
            </a:r>
          </a:p>
        </p:txBody>
      </p:sp>
      <p:sp>
        <p:nvSpPr>
          <p:cNvPr id="7" name="Dado de apoio 2"/>
          <p:cNvSpPr>
            <a:spLocks noGrp="1"/>
          </p:cNvSpPr>
          <p:nvPr>
            <p:ph type="body" idx="14" sz="quarter"/>
          </p:nvPr>
        </p:nvSpPr>
        <p:spPr>
          <a:xfrm>
            <a:off x="4023360" y="4160520"/>
            <a:ext cx="2926080" cy="822960"/>
          </a:xfrm>
        </p:spPr>
        <p:txBody>
          <a:bodyPr wrap="square" lIns="0" tIns="0" rIns="0" bIns="0" anchor="t">
            <a:normAutofit/>
          </a:bodyPr>
          <a:lstStyle>
            <a:lvl1pPr marL="0" indent="0" algn="l">
              <a:spcBef>
                <a:spcPts val="0"/>
              </a:spcBef>
              <a:buNone/>
              <a:defRPr lang="pt-BR" sz="1400" b="0" i="0">
                <a:solidFill>
                  <a:srgbClr val="5B6475"/>
                </a:solidFill>
                <a:latin typeface="Arial"/>
              </a:defRPr>
            </a:lvl1pPr>
          </a:lstStyle>
          <a:p>
            <a:r>
              <a:rPr lang="pt-BR"/>
              <a:t>4  descrição do dado</a:t>
            </a:r>
          </a:p>
        </p:txBody>
      </p:sp>
      <p:sp>
        <p:nvSpPr>
          <p:cNvPr id="8" name="Dado de apoio 3"/>
          <p:cNvSpPr>
            <a:spLocks noGrp="1"/>
          </p:cNvSpPr>
          <p:nvPr>
            <p:ph type="body" idx="15" sz="quarter"/>
          </p:nvPr>
        </p:nvSpPr>
        <p:spPr>
          <a:xfrm>
            <a:off x="7315200" y="4160520"/>
            <a:ext cx="2926080" cy="822960"/>
          </a:xfrm>
        </p:spPr>
        <p:txBody>
          <a:bodyPr wrap="square" lIns="0" tIns="0" rIns="0" bIns="0" anchor="t">
            <a:normAutofit/>
          </a:bodyPr>
          <a:lstStyle>
            <a:lvl1pPr marL="0" indent="0" algn="l">
              <a:spcBef>
                <a:spcPts val="0"/>
              </a:spcBef>
              <a:buNone/>
              <a:defRPr lang="pt-BR" sz="1400" b="0" i="0">
                <a:solidFill>
                  <a:srgbClr val="5B6475"/>
                </a:solidFill>
                <a:latin typeface="Arial"/>
              </a:defRPr>
            </a:lvl1pPr>
          </a:lstStyle>
          <a:p>
            <a:r>
              <a:rPr lang="pt-BR"/>
              <a:t>4  descrição do dado</a:t>
            </a:r>
          </a:p>
        </p:txBody>
      </p:sp>
      <p:sp>
        <p:nvSpPr>
          <p:cNvPr id="9" name="Frase de impacto"/>
          <p:cNvSpPr>
            <a:spLocks noGrp="1"/>
          </p:cNvSpPr>
          <p:nvPr>
            <p:ph type="body" idx="16" sz="quarter"/>
          </p:nvPr>
        </p:nvSpPr>
        <p:spPr>
          <a:xfrm>
            <a:off x="731520" y="5532120"/>
            <a:ext cx="10789920" cy="457200"/>
          </a:xfrm>
        </p:spPr>
        <p:txBody>
          <a:bodyPr wrap="square" lIns="0" tIns="0" rIns="0" bIns="0" anchor="t">
            <a:normAutofit/>
          </a:bodyPr>
          <a:lstStyle>
            <a:lvl1pPr marL="0" indent="0" algn="l">
              <a:spcBef>
                <a:spcPts val="0"/>
              </a:spcBef>
              <a:buNone/>
              <a:defRPr lang="pt-BR" sz="2200" b="0" i="1">
                <a:solidFill>
                  <a:srgbClr val="1F3A5F"/>
                </a:solidFill>
                <a:latin typeface="Arial"/>
              </a:defRPr>
            </a:lvl1pPr>
          </a:lstStyle>
          <a:p>
            <a:r>
              <a:rPr lang="pt-BR"/>
              <a:t>Frase de impacto</a:t>
            </a:r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inel e conteúdo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inel"/>
          <p:cNvSpPr/>
          <p:nvPr userDrawn="1"/>
        </p:nvSpPr>
        <p:spPr>
          <a:xfrm>
            <a:off x="0" y="0"/>
            <a:ext cx="4297680" cy="6858000"/>
          </a:xfrm>
          <a:prstGeom prst="rect">
            <a:avLst/>
          </a:prstGeom>
          <a:solidFill>
            <a:srgbClr val="E6EDF6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" name="Chamada"/>
          <p:cNvSpPr>
            <a:spLocks noGrp="1"/>
          </p:cNvSpPr>
          <p:nvPr>
            <p:ph type="body" idx="10" sz="quarter"/>
          </p:nvPr>
        </p:nvSpPr>
        <p:spPr>
          <a:xfrm>
            <a:off x="640080" y="1737360"/>
            <a:ext cx="3200400" cy="274320"/>
          </a:xfrm>
        </p:spPr>
        <p:txBody>
          <a:bodyPr wrap="square" lIns="0" tIns="0" rIns="0" bIns="0" anchor="t">
            <a:normAutofit/>
          </a:bodyPr>
          <a:lstStyle>
            <a:lvl1pPr marL="0" indent="0" algn="l">
              <a:spcBef>
                <a:spcPts val="0"/>
              </a:spcBef>
              <a:buNone/>
              <a:defRPr lang="pt-BR" sz="1200" b="1" i="0" spc="120">
                <a:solidFill>
                  <a:srgbClr val="5B6475"/>
                </a:solidFill>
                <a:latin typeface="Arial"/>
              </a:defRPr>
            </a:lvl1pPr>
          </a:lstStyle>
          <a:p>
            <a:r>
              <a:rPr lang="pt-BR"/>
              <a:t>CHAMADA EM CAIXA ALTA</a:t>
            </a:r>
          </a:p>
        </p:txBody>
      </p:sp>
      <p:sp>
        <p:nvSpPr>
          <p:cNvPr id="4" name="Título"/>
          <p:cNvSpPr>
            <a:spLocks noGrp="1"/>
          </p:cNvSpPr>
          <p:nvPr>
            <p:ph type="title"/>
          </p:nvPr>
        </p:nvSpPr>
        <p:spPr>
          <a:xfrm>
            <a:off x="640080" y="2148840"/>
            <a:ext cx="3200400" cy="2926080"/>
          </a:xfrm>
        </p:spPr>
        <p:txBody>
          <a:bodyPr wrap="square" lIns="0" tIns="0" rIns="0" bIns="0" anchor="t">
            <a:normAutofit/>
          </a:bodyPr>
          <a:lstStyle>
            <a:lvl1pPr marL="0" indent="0" algn="l">
              <a:lnSpc>
                <a:spcPct val="105000"/>
              </a:lnSpc>
              <a:spcBef>
                <a:spcPts val="0"/>
              </a:spcBef>
              <a:buNone/>
              <a:defRPr lang="pt-BR" sz="2800" b="1" i="0">
                <a:solidFill>
                  <a:srgbClr val="1F3A5F"/>
                </a:solidFill>
                <a:latin typeface="Arial"/>
              </a:defRPr>
            </a:lvl1pPr>
          </a:lstStyle>
          <a:p>
            <a:r>
              <a:rPr lang="pt-BR"/>
              <a:t>Frase que afirma o ponto do slide</a:t>
            </a:r>
          </a:p>
        </p:txBody>
      </p:sp>
      <p:sp>
        <p:nvSpPr>
          <p:cNvPr id="5" name="Nota do painel"/>
          <p:cNvSpPr>
            <a:spLocks noGrp="1"/>
          </p:cNvSpPr>
          <p:nvPr>
            <p:ph type="body" idx="12" sz="quarter"/>
          </p:nvPr>
        </p:nvSpPr>
        <p:spPr>
          <a:xfrm>
            <a:off x="640080" y="5486400"/>
            <a:ext cx="3200400" cy="822960"/>
          </a:xfrm>
        </p:spPr>
        <p:txBody>
          <a:bodyPr wrap="square" lIns="0" tIns="0" rIns="0" bIns="0" anchor="t">
            <a:normAutofit/>
          </a:bodyPr>
          <a:lstStyle>
            <a:lvl1pPr marL="0" indent="0" algn="l">
              <a:spcBef>
                <a:spcPts val="0"/>
              </a:spcBef>
              <a:buNone/>
              <a:defRPr lang="pt-BR" sz="1400" b="0" i="0">
                <a:solidFill>
                  <a:srgbClr val="5B6475"/>
                </a:solidFill>
                <a:latin typeface="Arial"/>
              </a:defRPr>
            </a:lvl1pPr>
          </a:lstStyle>
          <a:p>
            <a:r>
              <a:rPr lang="pt-BR"/>
              <a:t>Nota de rodapé do painel (opcional)</a:t>
            </a:r>
          </a:p>
        </p:txBody>
      </p:sp>
      <p:sp>
        <p:nvSpPr>
          <p:cNvPr id="6" name="Conteúdo"/>
          <p:cNvSpPr>
            <a:spLocks noGrp="1"/>
          </p:cNvSpPr>
          <p:nvPr>
            <p:ph type="body" idx="11" sz="quarter"/>
          </p:nvPr>
        </p:nvSpPr>
        <p:spPr>
          <a:xfrm>
            <a:off x="4937760" y="731520"/>
            <a:ext cx="6766560" cy="5394960"/>
          </a:xfrm>
        </p:spPr>
        <p:txBody>
          <a:bodyPr wrap="square" lIns="0" tIns="0" rIns="0" bIns="0" anchor="t">
            <a:normAutofit/>
          </a:bodyPr>
          <a:lstStyle>
            <a:lvl1pPr marL="0" indent="0" algn="l">
              <a:spcBef>
                <a:spcPts val="0"/>
              </a:spcBef>
              <a:buNone/>
              <a:defRPr lang="pt-BR" sz="1600" b="0" i="0">
                <a:solidFill>
                  <a:srgbClr val="1E1E1C"/>
                </a:solidFill>
                <a:latin typeface="Arial"/>
              </a:defRPr>
            </a:lvl1pPr>
          </a:lstStyle>
          <a:p>
            <a:r>
              <a:rPr lang="pt-BR"/>
              <a:t>Conteúdo: texto, passos, lista ou diagrama</a:t>
            </a:r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cisão">
    <p:bg>
      <p:bgPr>
        <a:solidFill>
          <a:srgbClr val="F3F1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>
            <a:spLocks noGrp="1"/>
          </p:cNvSpPr>
          <p:nvPr>
            <p:ph type="title"/>
          </p:nvPr>
        </p:nvSpPr>
        <p:spPr>
          <a:xfrm>
            <a:off x="731520" y="1371600"/>
            <a:ext cx="10058400" cy="1554480"/>
          </a:xfrm>
        </p:spPr>
        <p:txBody>
          <a:bodyPr wrap="square" lIns="0" tIns="0" rIns="0" bIns="0" anchor="t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pt-BR" sz="5200" b="1" i="0">
                <a:solidFill>
                  <a:srgbClr val="1F3A5F"/>
                </a:solidFill>
                <a:latin typeface="Arial"/>
              </a:defRPr>
            </a:lvl1pPr>
          </a:lstStyle>
          <a:p>
            <a:r>
              <a:rPr lang="pt-BR"/>
              <a:t>Pergunta ou decisão</a:t>
            </a:r>
          </a:p>
        </p:txBody>
      </p:sp>
      <p:sp>
        <p:nvSpPr>
          <p:cNvPr id="3" name="Subtítulo"/>
          <p:cNvSpPr>
            <a:spLocks noGrp="1"/>
          </p:cNvSpPr>
          <p:nvPr>
            <p:ph type="body" idx="10" sz="quarter"/>
          </p:nvPr>
        </p:nvSpPr>
        <p:spPr>
          <a:xfrm>
            <a:off x="731520" y="3154680"/>
            <a:ext cx="9144000" cy="457200"/>
          </a:xfrm>
        </p:spPr>
        <p:txBody>
          <a:bodyPr wrap="square" lIns="0" tIns="0" rIns="0" bIns="0" anchor="t">
            <a:normAutofit/>
          </a:bodyPr>
          <a:lstStyle>
            <a:lvl1pPr marL="0" indent="0" algn="l">
              <a:spcBef>
                <a:spcPts val="0"/>
              </a:spcBef>
              <a:buNone/>
              <a:defRPr lang="pt-BR" sz="2000" b="0" i="0">
                <a:solidFill>
                  <a:srgbClr val="5B6475"/>
                </a:solidFill>
                <a:latin typeface="Arial"/>
              </a:defRPr>
            </a:lvl1pPr>
          </a:lstStyle>
          <a:p>
            <a:r>
              <a:rPr lang="pt-BR"/>
              <a:t>Contexto da decisão</a:t>
            </a:r>
          </a:p>
        </p:txBody>
      </p:sp>
      <p:sp>
        <p:nvSpPr>
          <p:cNvPr id="4" name="Opção 1"/>
          <p:cNvSpPr>
            <a:spLocks noGrp="1"/>
          </p:cNvSpPr>
          <p:nvPr>
            <p:ph type="body" idx="11" sz="quarter"/>
          </p:nvPr>
        </p:nvSpPr>
        <p:spPr>
          <a:xfrm>
            <a:off x="731520" y="4114800"/>
            <a:ext cx="3200400" cy="86868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8575">
            <a:solidFill>
              <a:srgbClr val="1F3A5F"/>
            </a:solidFill>
          </a:ln>
        </p:spPr>
        <p:txBody>
          <a:bodyPr wrap="square" lIns="73152" tIns="73152" rIns="73152" bIns="73152" anchor="ctr">
            <a:normAutofit/>
          </a:bodyPr>
          <a:lstStyle>
            <a:lvl1pPr marL="0" indent="0" algn="ctr">
              <a:spcBef>
                <a:spcPts val="0"/>
              </a:spcBef>
              <a:buNone/>
              <a:defRPr lang="pt-BR" sz="2400" b="1" i="0">
                <a:solidFill>
                  <a:srgbClr val="1F3A5F"/>
                </a:solidFill>
                <a:latin typeface="Arial"/>
              </a:defRPr>
            </a:lvl1pPr>
          </a:lstStyle>
          <a:p>
            <a:r>
              <a:rPr lang="pt-BR"/>
              <a:t>Opção 1</a:t>
            </a:r>
          </a:p>
        </p:txBody>
      </p:sp>
      <p:sp>
        <p:nvSpPr>
          <p:cNvPr id="5" name="Explicação 1"/>
          <p:cNvSpPr>
            <a:spLocks noGrp="1"/>
          </p:cNvSpPr>
          <p:nvPr>
            <p:ph type="body" idx="14" sz="quarter"/>
          </p:nvPr>
        </p:nvSpPr>
        <p:spPr>
          <a:xfrm>
            <a:off x="914400" y="5166360"/>
            <a:ext cx="2834640" cy="822960"/>
          </a:xfrm>
        </p:spPr>
        <p:txBody>
          <a:bodyPr wrap="square" lIns="0" tIns="0" rIns="0" bIns="0" anchor="t">
            <a:normAutofit/>
          </a:bodyPr>
          <a:lstStyle>
            <a:lvl1pPr marL="0" indent="0" algn="ctr">
              <a:spcBef>
                <a:spcPts val="0"/>
              </a:spcBef>
              <a:buNone/>
              <a:defRPr lang="pt-BR" sz="1600" b="0" i="0">
                <a:solidFill>
                  <a:srgbClr val="1E1E1C"/>
                </a:solidFill>
                <a:latin typeface="Arial"/>
              </a:defRPr>
            </a:lvl1pPr>
          </a:lstStyle>
          <a:p>
            <a:r>
              <a:rPr lang="pt-BR"/>
              <a:t>O que acontece</a:t>
            </a:r>
          </a:p>
        </p:txBody>
      </p:sp>
      <p:sp>
        <p:nvSpPr>
          <p:cNvPr id="6" name="Opção 2"/>
          <p:cNvSpPr>
            <a:spLocks noGrp="1"/>
          </p:cNvSpPr>
          <p:nvPr>
            <p:ph type="body" idx="12" sz="quarter"/>
          </p:nvPr>
        </p:nvSpPr>
        <p:spPr>
          <a:xfrm>
            <a:off x="4389120" y="4114800"/>
            <a:ext cx="3200400" cy="86868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8575">
            <a:solidFill>
              <a:srgbClr val="1F3A5F"/>
            </a:solidFill>
          </a:ln>
        </p:spPr>
        <p:txBody>
          <a:bodyPr wrap="square" lIns="73152" tIns="73152" rIns="73152" bIns="73152" anchor="ctr">
            <a:normAutofit/>
          </a:bodyPr>
          <a:lstStyle>
            <a:lvl1pPr marL="0" indent="0" algn="ctr">
              <a:spcBef>
                <a:spcPts val="0"/>
              </a:spcBef>
              <a:buNone/>
              <a:defRPr lang="pt-BR" sz="2400" b="1" i="0">
                <a:solidFill>
                  <a:srgbClr val="1F3A5F"/>
                </a:solidFill>
                <a:latin typeface="Arial"/>
              </a:defRPr>
            </a:lvl1pPr>
          </a:lstStyle>
          <a:p>
            <a:r>
              <a:rPr lang="pt-BR"/>
              <a:t>Opção 2</a:t>
            </a:r>
          </a:p>
        </p:txBody>
      </p:sp>
      <p:sp>
        <p:nvSpPr>
          <p:cNvPr id="7" name="Explicação 2"/>
          <p:cNvSpPr>
            <a:spLocks noGrp="1"/>
          </p:cNvSpPr>
          <p:nvPr>
            <p:ph type="body" idx="15" sz="quarter"/>
          </p:nvPr>
        </p:nvSpPr>
        <p:spPr>
          <a:xfrm>
            <a:off x="4572000" y="5166360"/>
            <a:ext cx="2834640" cy="822960"/>
          </a:xfrm>
        </p:spPr>
        <p:txBody>
          <a:bodyPr wrap="square" lIns="0" tIns="0" rIns="0" bIns="0" anchor="t">
            <a:normAutofit/>
          </a:bodyPr>
          <a:lstStyle>
            <a:lvl1pPr marL="0" indent="0" algn="ctr">
              <a:spcBef>
                <a:spcPts val="0"/>
              </a:spcBef>
              <a:buNone/>
              <a:defRPr lang="pt-BR" sz="1600" b="0" i="0">
                <a:solidFill>
                  <a:srgbClr val="1E1E1C"/>
                </a:solidFill>
                <a:latin typeface="Arial"/>
              </a:defRPr>
            </a:lvl1pPr>
          </a:lstStyle>
          <a:p>
            <a:r>
              <a:rPr lang="pt-BR"/>
              <a:t>O que acontece</a:t>
            </a:r>
          </a:p>
        </p:txBody>
      </p:sp>
      <p:sp>
        <p:nvSpPr>
          <p:cNvPr id="8" name="Opção 3"/>
          <p:cNvSpPr>
            <a:spLocks noGrp="1"/>
          </p:cNvSpPr>
          <p:nvPr>
            <p:ph type="body" idx="13" sz="quarter"/>
          </p:nvPr>
        </p:nvSpPr>
        <p:spPr>
          <a:xfrm>
            <a:off x="8046720" y="4114800"/>
            <a:ext cx="3200400" cy="86868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8575">
            <a:solidFill>
              <a:srgbClr val="1F3A5F"/>
            </a:solidFill>
          </a:ln>
        </p:spPr>
        <p:txBody>
          <a:bodyPr wrap="square" lIns="73152" tIns="73152" rIns="73152" bIns="73152" anchor="ctr">
            <a:normAutofit/>
          </a:bodyPr>
          <a:lstStyle>
            <a:lvl1pPr marL="0" indent="0" algn="ctr">
              <a:spcBef>
                <a:spcPts val="0"/>
              </a:spcBef>
              <a:buNone/>
              <a:defRPr lang="pt-BR" sz="2400" b="1" i="0">
                <a:solidFill>
                  <a:srgbClr val="1F3A5F"/>
                </a:solidFill>
                <a:latin typeface="Arial"/>
              </a:defRPr>
            </a:lvl1pPr>
          </a:lstStyle>
          <a:p>
            <a:r>
              <a:rPr lang="pt-BR"/>
              <a:t>Opção 3</a:t>
            </a:r>
          </a:p>
        </p:txBody>
      </p:sp>
      <p:sp>
        <p:nvSpPr>
          <p:cNvPr id="9" name="Explicação 3"/>
          <p:cNvSpPr>
            <a:spLocks noGrp="1"/>
          </p:cNvSpPr>
          <p:nvPr>
            <p:ph type="body" idx="16" sz="quarter"/>
          </p:nvPr>
        </p:nvSpPr>
        <p:spPr>
          <a:xfrm>
            <a:off x="8229600" y="5166360"/>
            <a:ext cx="2834640" cy="822960"/>
          </a:xfrm>
        </p:spPr>
        <p:txBody>
          <a:bodyPr wrap="square" lIns="0" tIns="0" rIns="0" bIns="0" anchor="t">
            <a:normAutofit/>
          </a:bodyPr>
          <a:lstStyle>
            <a:lvl1pPr marL="0" indent="0" algn="ctr">
              <a:spcBef>
                <a:spcPts val="0"/>
              </a:spcBef>
              <a:buNone/>
              <a:defRPr lang="pt-BR" sz="1600" b="0" i="0">
                <a:solidFill>
                  <a:srgbClr val="1E1E1C"/>
                </a:solidFill>
                <a:latin typeface="Arial"/>
              </a:defRPr>
            </a:lvl1pPr>
          </a:lstStyle>
          <a:p>
            <a:r>
              <a:rPr lang="pt-BR"/>
              <a:t>O que acontece</a:t>
            </a:r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údo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ilete lateral"/>
          <p:cNvSpPr/>
          <p:nvPr userDrawn="1"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D9480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" name="Chamada"/>
          <p:cNvSpPr>
            <a:spLocks noGrp="1"/>
          </p:cNvSpPr>
          <p:nvPr>
            <p:ph type="body" idx="12" sz="quarter"/>
          </p:nvPr>
        </p:nvSpPr>
        <p:spPr>
          <a:xfrm>
            <a:off x="640080" y="182880"/>
            <a:ext cx="8686800" cy="228600"/>
          </a:xfrm>
        </p:spPr>
        <p:txBody>
          <a:bodyPr wrap="square" lIns="0" tIns="0" rIns="0" bIns="0" anchor="t">
            <a:normAutofit/>
          </a:bodyPr>
          <a:lstStyle>
            <a:lvl1pPr marL="0" indent="0" algn="l">
              <a:spcBef>
                <a:spcPts val="0"/>
              </a:spcBef>
              <a:buNone/>
              <a:defRPr lang="pt-BR" sz="1200" b="1" i="0" spc="120">
                <a:solidFill>
                  <a:srgbClr val="5B6475"/>
                </a:solidFill>
                <a:latin typeface="Arial"/>
              </a:defRPr>
            </a:lvl1pPr>
          </a:lstStyle>
          <a:p>
            <a:r>
              <a:rPr lang="pt-BR"/>
              <a:t>CHAMADA EM CAIXA ALTA</a:t>
            </a:r>
          </a:p>
        </p:txBody>
      </p:sp>
      <p:sp>
        <p:nvSpPr>
          <p:cNvPr id="4" name="Título"/>
          <p:cNvSpPr>
            <a:spLocks noGrp="1"/>
          </p:cNvSpPr>
          <p:nvPr>
            <p:ph type="title"/>
          </p:nvPr>
        </p:nvSpPr>
        <p:spPr>
          <a:xfrm>
            <a:off x="640080" y="457200"/>
            <a:ext cx="10789920" cy="822960"/>
          </a:xfrm>
        </p:spPr>
        <p:txBody>
          <a:bodyPr wrap="square" lIns="0" tIns="0" rIns="0" bIns="0" anchor="t">
            <a:normAutofit/>
          </a:bodyPr>
          <a:lstStyle>
            <a:lvl1pPr marL="0" indent="0" algn="l">
              <a:spcBef>
                <a:spcPts val="0"/>
              </a:spcBef>
              <a:buNone/>
              <a:defRPr lang="pt-BR" sz="2800" b="1" i="0">
                <a:solidFill>
                  <a:srgbClr val="1F3A5F"/>
                </a:solidFill>
                <a:latin typeface="Arial"/>
              </a:defRPr>
            </a:lvl1pPr>
          </a:lstStyle>
          <a:p>
            <a:r>
              <a:rPr lang="pt-BR"/>
              <a:t>Título que afirma o ponto do slide</a:t>
            </a:r>
          </a:p>
        </p:txBody>
      </p:sp>
      <p:sp>
        <p:nvSpPr>
          <p:cNvPr id="5" name="Conteúdo"/>
          <p:cNvSpPr>
            <a:spLocks noGrp="1"/>
          </p:cNvSpPr>
          <p:nvPr>
            <p:ph type="body" idx="10" sz="quarter"/>
          </p:nvPr>
        </p:nvSpPr>
        <p:spPr>
          <a:xfrm>
            <a:off x="640080" y="1417320"/>
            <a:ext cx="10881360" cy="4754880"/>
          </a:xfrm>
        </p:spPr>
        <p:txBody>
          <a:bodyPr wrap="square" lIns="0" tIns="0" rIns="0" bIns="0" anchor="t">
            <a:normAutofit/>
          </a:bodyPr>
          <a:lstStyle>
            <a:lvl1pPr marL="0" indent="0" algn="l">
              <a:spcBef>
                <a:spcPts val="0"/>
              </a:spcBef>
              <a:buNone/>
              <a:defRPr lang="pt-BR" sz="1800" b="0" i="0">
                <a:solidFill>
                  <a:srgbClr val="1E1E1C"/>
                </a:solidFill>
                <a:latin typeface="Arial"/>
              </a:defRPr>
            </a:lvl1pPr>
          </a:lstStyle>
          <a:p>
            <a:r>
              <a:rPr lang="pt-BR"/>
              <a:t>Conteúdo</a:t>
            </a:r>
          </a:p>
        </p:txBody>
      </p:sp>
      <p:sp>
        <p:nvSpPr>
          <p:cNvPr id="6" name="Fonte e nota"/>
          <p:cNvSpPr>
            <a:spLocks noGrp="1"/>
          </p:cNvSpPr>
          <p:nvPr>
            <p:ph type="body" idx="11" sz="quarter"/>
          </p:nvPr>
        </p:nvSpPr>
        <p:spPr>
          <a:xfrm>
            <a:off x="640080" y="6355080"/>
            <a:ext cx="8686800" cy="274320"/>
          </a:xfrm>
        </p:spPr>
        <p:txBody>
          <a:bodyPr wrap="square" lIns="0" tIns="0" rIns="0" bIns="0" anchor="t">
            <a:normAutofit/>
          </a:bodyPr>
          <a:lstStyle>
            <a:lvl1pPr marL="0" indent="0" algn="l">
              <a:spcBef>
                <a:spcPts val="0"/>
              </a:spcBef>
              <a:buNone/>
              <a:defRPr lang="pt-BR" sz="1200" b="0" i="0">
                <a:solidFill>
                  <a:srgbClr val="5B6475"/>
                </a:solidFill>
                <a:latin typeface="Arial"/>
              </a:defRPr>
            </a:lvl1pPr>
          </a:lstStyle>
          <a:p>
            <a:r>
              <a:rPr lang="pt-BR"/>
              <a:t>Fonte e período dos dados</a:t>
            </a:r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úmeros"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ilete do rodapé"/>
          <p:cNvSpPr/>
          <p:nvPr userDrawn="1"/>
        </p:nvSpPr>
        <p:spPr>
          <a:xfrm>
            <a:off x="0" y="6473952"/>
            <a:ext cx="12191695" cy="36576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" name="Chamada"/>
          <p:cNvSpPr>
            <a:spLocks noGrp="1"/>
          </p:cNvSpPr>
          <p:nvPr>
            <p:ph type="body" idx="9" sz="quarter"/>
          </p:nvPr>
        </p:nvSpPr>
        <p:spPr>
          <a:xfrm>
            <a:off x="548640" y="128016"/>
            <a:ext cx="8686800" cy="228600"/>
          </a:xfrm>
        </p:spPr>
        <p:txBody>
          <a:bodyPr wrap="square" lIns="0" tIns="0" rIns="0" bIns="0" anchor="t">
            <a:normAutofit/>
          </a:bodyPr>
          <a:lstStyle>
            <a:lvl1pPr marL="0" indent="0" algn="l">
              <a:spcBef>
                <a:spcPts val="0"/>
              </a:spcBef>
              <a:buNone/>
              <a:defRPr lang="pt-BR" sz="1200" b="1" i="0" spc="120">
                <a:solidFill>
                  <a:srgbClr val="5B6475"/>
                </a:solidFill>
                <a:latin typeface="Arial"/>
              </a:defRPr>
            </a:lvl1pPr>
          </a:lstStyle>
          <a:p>
            <a:r>
              <a:rPr lang="pt-BR"/>
              <a:t>CHAMADA EM CAIXA ALTA</a:t>
            </a:r>
          </a:p>
        </p:txBody>
      </p:sp>
      <p:sp>
        <p:nvSpPr>
          <p:cNvPr id="4" name="Título"/>
          <p:cNvSpPr>
            <a:spLocks noGrp="1"/>
          </p:cNvSpPr>
          <p:nvPr>
            <p:ph type="title"/>
          </p:nvPr>
        </p:nvSpPr>
        <p:spPr>
          <a:xfrm>
            <a:off x="548640" y="411480"/>
            <a:ext cx="11064240" cy="640080"/>
          </a:xfrm>
        </p:spPr>
        <p:txBody>
          <a:bodyPr wrap="square" lIns="0" tIns="0" rIns="0" bIns="0" anchor="t">
            <a:normAutofit/>
          </a:bodyPr>
          <a:lstStyle>
            <a:lvl1pPr marL="0" indent="0" algn="l">
              <a:spcBef>
                <a:spcPts val="0"/>
              </a:spcBef>
              <a:buNone/>
              <a:defRPr lang="pt-BR" sz="3000" b="1" i="0">
                <a:solidFill>
                  <a:srgbClr val="1F3A5F"/>
                </a:solidFill>
                <a:latin typeface="Arial"/>
              </a:defRPr>
            </a:lvl1pPr>
          </a:lstStyle>
          <a:p>
            <a:r>
              <a:rPr lang="pt-BR"/>
              <a:t>Título que afirma o ponto do slide</a:t>
            </a:r>
          </a:p>
        </p:txBody>
      </p:sp>
      <p:sp>
        <p:nvSpPr>
          <p:cNvPr id="5" name="Cartão destaque"/>
          <p:cNvSpPr/>
          <p:nvPr userDrawn="1"/>
        </p:nvSpPr>
        <p:spPr>
          <a:xfrm>
            <a:off x="548640" y="1325880"/>
            <a:ext cx="6766560" cy="3337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CE2"/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6" name="Barra destaque"/>
          <p:cNvSpPr/>
          <p:nvPr userDrawn="1"/>
        </p:nvSpPr>
        <p:spPr>
          <a:xfrm>
            <a:off x="548640" y="1325880"/>
            <a:ext cx="109728" cy="333756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7" name="Número de destaque"/>
          <p:cNvSpPr>
            <a:spLocks noGrp="1"/>
          </p:cNvSpPr>
          <p:nvPr>
            <p:ph type="body" idx="10" sz="quarter"/>
          </p:nvPr>
        </p:nvSpPr>
        <p:spPr>
          <a:xfrm>
            <a:off x="1005840" y="1691640"/>
            <a:ext cx="6126480" cy="1737360"/>
          </a:xfrm>
        </p:spPr>
        <p:txBody>
          <a:bodyPr wrap="square" lIns="0" tIns="0" rIns="0" bIns="0" anchor="t">
            <a:normAutofit/>
          </a:bodyPr>
          <a:lstStyle>
            <a:lvl1pPr marL="0" indent="0" algn="l">
              <a:spcBef>
                <a:spcPts val="0"/>
              </a:spcBef>
              <a:buNone/>
              <a:defRPr lang="pt-BR" sz="10000" b="1" i="0">
                <a:solidFill>
                  <a:srgbClr val="1F3A5F"/>
                </a:solidFill>
                <a:latin typeface="Arial"/>
              </a:defRPr>
            </a:lvl1pPr>
          </a:lstStyle>
          <a:p>
            <a:r>
              <a:rPr lang="pt-BR"/>
              <a:t>99.353</a:t>
            </a:r>
          </a:p>
        </p:txBody>
      </p:sp>
      <p:sp>
        <p:nvSpPr>
          <p:cNvPr id="8" name="Rótulo do destaque"/>
          <p:cNvSpPr>
            <a:spLocks noGrp="1"/>
          </p:cNvSpPr>
          <p:nvPr>
            <p:ph type="body" idx="11" sz="quarter"/>
          </p:nvPr>
        </p:nvSpPr>
        <p:spPr>
          <a:xfrm>
            <a:off x="1005840" y="3520440"/>
            <a:ext cx="6035040" cy="457200"/>
          </a:xfrm>
        </p:spPr>
        <p:txBody>
          <a:bodyPr wrap="square" lIns="0" tIns="0" rIns="0" bIns="0" anchor="t">
            <a:normAutofit/>
          </a:bodyPr>
          <a:lstStyle>
            <a:lvl1pPr marL="0" indent="0" algn="l">
              <a:spcBef>
                <a:spcPts val="0"/>
              </a:spcBef>
              <a:buNone/>
              <a:defRPr lang="pt-BR" sz="2400" b="0" i="0">
                <a:solidFill>
                  <a:srgbClr val="1E1E1C"/>
                </a:solidFill>
                <a:latin typeface="Arial"/>
              </a:defRPr>
            </a:lvl1pPr>
          </a:lstStyle>
          <a:p>
            <a:r>
              <a:rPr lang="pt-BR"/>
              <a:t>O que o número mede</a:t>
            </a:r>
          </a:p>
        </p:txBody>
      </p:sp>
      <p:sp>
        <p:nvSpPr>
          <p:cNvPr id="9" name="Período do destaque"/>
          <p:cNvSpPr>
            <a:spLocks noGrp="1"/>
          </p:cNvSpPr>
          <p:nvPr>
            <p:ph type="body" idx="12" sz="quarter"/>
          </p:nvPr>
        </p:nvSpPr>
        <p:spPr>
          <a:xfrm>
            <a:off x="1005840" y="4023360"/>
            <a:ext cx="6035040" cy="365760"/>
          </a:xfrm>
        </p:spPr>
        <p:txBody>
          <a:bodyPr wrap="square" lIns="0" tIns="0" rIns="0" bIns="0" anchor="t">
            <a:normAutofit/>
          </a:bodyPr>
          <a:lstStyle>
            <a:lvl1pPr marL="0" indent="0" algn="l">
              <a:spcBef>
                <a:spcPts val="0"/>
              </a:spcBef>
              <a:buNone/>
              <a:defRPr lang="pt-BR" sz="1800" b="0" i="0">
                <a:solidFill>
                  <a:srgbClr val="5B6475"/>
                </a:solidFill>
                <a:latin typeface="Arial"/>
              </a:defRPr>
            </a:lvl1pPr>
          </a:lstStyle>
          <a:p>
            <a:r>
              <a:rPr lang="pt-BR"/>
              <a:t>Período e fonte</a:t>
            </a:r>
          </a:p>
        </p:txBody>
      </p:sp>
      <p:sp>
        <p:nvSpPr>
          <p:cNvPr id="10" name="Cartão de apoio 1"/>
          <p:cNvSpPr/>
          <p:nvPr userDrawn="1"/>
        </p:nvSpPr>
        <p:spPr>
          <a:xfrm>
            <a:off x="7589520" y="1325880"/>
            <a:ext cx="402336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CE2"/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11" name="Barra de apoio 1"/>
          <p:cNvSpPr/>
          <p:nvPr userDrawn="1"/>
        </p:nvSpPr>
        <p:spPr>
          <a:xfrm>
            <a:off x="7589520" y="1325880"/>
            <a:ext cx="109728" cy="1051560"/>
          </a:xfrm>
          <a:prstGeom prst="rect">
            <a:avLst/>
          </a:prstGeom>
          <a:solidFill>
            <a:srgbClr val="C92A2A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12" name="Número de apoio 1"/>
          <p:cNvSpPr>
            <a:spLocks noGrp="1"/>
          </p:cNvSpPr>
          <p:nvPr>
            <p:ph type="body" idx="13" sz="quarter"/>
          </p:nvPr>
        </p:nvSpPr>
        <p:spPr>
          <a:xfrm>
            <a:off x="7909560" y="1463040"/>
            <a:ext cx="1005840" cy="777240"/>
          </a:xfrm>
        </p:spPr>
        <p:txBody>
          <a:bodyPr wrap="square" lIns="0" tIns="0" rIns="0" bIns="0" anchor="t">
            <a:normAutofit/>
          </a:bodyPr>
          <a:lstStyle>
            <a:lvl1pPr marL="0" indent="0" algn="l">
              <a:spcBef>
                <a:spcPts val="0"/>
              </a:spcBef>
              <a:buNone/>
              <a:defRPr lang="pt-BR" sz="4000" b="1" i="0">
                <a:solidFill>
                  <a:srgbClr val="1F3A5F"/>
                </a:solidFill>
                <a:latin typeface="Arial"/>
              </a:defRPr>
            </a:lvl1pPr>
          </a:lstStyle>
          <a:p>
            <a:r>
              <a:rPr lang="pt-BR"/>
              <a:t>4</a:t>
            </a:r>
          </a:p>
        </p:txBody>
      </p:sp>
      <p:sp>
        <p:nvSpPr>
          <p:cNvPr id="13" name="Rótulo de apoio 1"/>
          <p:cNvSpPr>
            <a:spLocks noGrp="1"/>
          </p:cNvSpPr>
          <p:nvPr>
            <p:ph type="body" idx="14" sz="quarter"/>
          </p:nvPr>
        </p:nvSpPr>
        <p:spPr>
          <a:xfrm>
            <a:off x="9006840" y="1508760"/>
            <a:ext cx="2468880" cy="731520"/>
          </a:xfrm>
        </p:spPr>
        <p:txBody>
          <a:bodyPr wrap="square" lIns="0" tIns="0" rIns="0" bIns="0" anchor="t">
            <a:normAutofit/>
          </a:bodyPr>
          <a:lstStyle>
            <a:lvl1pPr marL="0" indent="0" algn="l">
              <a:spcBef>
                <a:spcPts val="0"/>
              </a:spcBef>
              <a:buNone/>
              <a:defRPr lang="pt-BR" sz="1600" b="0" i="0">
                <a:solidFill>
                  <a:srgbClr val="1E1E1C"/>
                </a:solidFill>
                <a:latin typeface="Arial"/>
              </a:defRPr>
            </a:lvl1pPr>
          </a:lstStyle>
          <a:p>
            <a:r>
              <a:rPr lang="pt-BR"/>
              <a:t>O que o número mede</a:t>
            </a:r>
          </a:p>
        </p:txBody>
      </p:sp>
      <p:sp>
        <p:nvSpPr>
          <p:cNvPr id="14" name="Cartão de apoio 2"/>
          <p:cNvSpPr/>
          <p:nvPr userDrawn="1"/>
        </p:nvSpPr>
        <p:spPr>
          <a:xfrm>
            <a:off x="7589520" y="2468880"/>
            <a:ext cx="402336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CE2"/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15" name="Barra de apoio 2"/>
          <p:cNvSpPr/>
          <p:nvPr userDrawn="1"/>
        </p:nvSpPr>
        <p:spPr>
          <a:xfrm>
            <a:off x="7589520" y="2468880"/>
            <a:ext cx="109728" cy="1051560"/>
          </a:xfrm>
          <a:prstGeom prst="rect">
            <a:avLst/>
          </a:prstGeom>
          <a:solidFill>
            <a:srgbClr val="D9480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16" name="Número de apoio 2"/>
          <p:cNvSpPr>
            <a:spLocks noGrp="1"/>
          </p:cNvSpPr>
          <p:nvPr>
            <p:ph type="body" idx="15" sz="quarter"/>
          </p:nvPr>
        </p:nvSpPr>
        <p:spPr>
          <a:xfrm>
            <a:off x="7909560" y="2606040"/>
            <a:ext cx="1005840" cy="777240"/>
          </a:xfrm>
        </p:spPr>
        <p:txBody>
          <a:bodyPr wrap="square" lIns="0" tIns="0" rIns="0" bIns="0" anchor="t">
            <a:normAutofit/>
          </a:bodyPr>
          <a:lstStyle>
            <a:lvl1pPr marL="0" indent="0" algn="l">
              <a:spcBef>
                <a:spcPts val="0"/>
              </a:spcBef>
              <a:buNone/>
              <a:defRPr lang="pt-BR" sz="4000" b="1" i="0">
                <a:solidFill>
                  <a:srgbClr val="1F3A5F"/>
                </a:solidFill>
                <a:latin typeface="Arial"/>
              </a:defRPr>
            </a:lvl1pPr>
          </a:lstStyle>
          <a:p>
            <a:r>
              <a:rPr lang="pt-BR"/>
              <a:t>4</a:t>
            </a:r>
          </a:p>
        </p:txBody>
      </p:sp>
      <p:sp>
        <p:nvSpPr>
          <p:cNvPr id="17" name="Rótulo de apoio 2"/>
          <p:cNvSpPr>
            <a:spLocks noGrp="1"/>
          </p:cNvSpPr>
          <p:nvPr>
            <p:ph type="body" idx="16" sz="quarter"/>
          </p:nvPr>
        </p:nvSpPr>
        <p:spPr>
          <a:xfrm>
            <a:off x="9006840" y="2651760"/>
            <a:ext cx="2468880" cy="731520"/>
          </a:xfrm>
        </p:spPr>
        <p:txBody>
          <a:bodyPr wrap="square" lIns="0" tIns="0" rIns="0" bIns="0" anchor="t">
            <a:normAutofit/>
          </a:bodyPr>
          <a:lstStyle>
            <a:lvl1pPr marL="0" indent="0" algn="l">
              <a:spcBef>
                <a:spcPts val="0"/>
              </a:spcBef>
              <a:buNone/>
              <a:defRPr lang="pt-BR" sz="1600" b="0" i="0">
                <a:solidFill>
                  <a:srgbClr val="1E1E1C"/>
                </a:solidFill>
                <a:latin typeface="Arial"/>
              </a:defRPr>
            </a:lvl1pPr>
          </a:lstStyle>
          <a:p>
            <a:r>
              <a:rPr lang="pt-BR"/>
              <a:t>O que o número mede</a:t>
            </a:r>
          </a:p>
        </p:txBody>
      </p:sp>
      <p:sp>
        <p:nvSpPr>
          <p:cNvPr id="18" name="Cartão de apoio 3"/>
          <p:cNvSpPr/>
          <p:nvPr userDrawn="1"/>
        </p:nvSpPr>
        <p:spPr>
          <a:xfrm>
            <a:off x="7589520" y="3611880"/>
            <a:ext cx="402336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CE2"/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19" name="Barra de apoio 3"/>
          <p:cNvSpPr/>
          <p:nvPr userDrawn="1"/>
        </p:nvSpPr>
        <p:spPr>
          <a:xfrm>
            <a:off x="7589520" y="3611880"/>
            <a:ext cx="109728" cy="1051560"/>
          </a:xfrm>
          <a:prstGeom prst="rect">
            <a:avLst/>
          </a:prstGeom>
          <a:solidFill>
            <a:srgbClr val="F08C00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20" name="Número de apoio 3"/>
          <p:cNvSpPr>
            <a:spLocks noGrp="1"/>
          </p:cNvSpPr>
          <p:nvPr>
            <p:ph type="body" idx="17" sz="quarter"/>
          </p:nvPr>
        </p:nvSpPr>
        <p:spPr>
          <a:xfrm>
            <a:off x="7909560" y="3749040"/>
            <a:ext cx="1005840" cy="777240"/>
          </a:xfrm>
        </p:spPr>
        <p:txBody>
          <a:bodyPr wrap="square" lIns="0" tIns="0" rIns="0" bIns="0" anchor="t">
            <a:normAutofit/>
          </a:bodyPr>
          <a:lstStyle>
            <a:lvl1pPr marL="0" indent="0" algn="l">
              <a:spcBef>
                <a:spcPts val="0"/>
              </a:spcBef>
              <a:buNone/>
              <a:defRPr lang="pt-BR" sz="4000" b="1" i="0">
                <a:solidFill>
                  <a:srgbClr val="1F3A5F"/>
                </a:solidFill>
                <a:latin typeface="Arial"/>
              </a:defRPr>
            </a:lvl1pPr>
          </a:lstStyle>
          <a:p>
            <a:r>
              <a:rPr lang="pt-BR"/>
              <a:t>4</a:t>
            </a:r>
          </a:p>
        </p:txBody>
      </p:sp>
      <p:sp>
        <p:nvSpPr>
          <p:cNvPr id="21" name="Rótulo de apoio 3"/>
          <p:cNvSpPr>
            <a:spLocks noGrp="1"/>
          </p:cNvSpPr>
          <p:nvPr>
            <p:ph type="body" idx="18" sz="quarter"/>
          </p:nvPr>
        </p:nvSpPr>
        <p:spPr>
          <a:xfrm>
            <a:off x="9006840" y="3794760"/>
            <a:ext cx="2468880" cy="731520"/>
          </a:xfrm>
        </p:spPr>
        <p:txBody>
          <a:bodyPr wrap="square" lIns="0" tIns="0" rIns="0" bIns="0" anchor="t">
            <a:normAutofit/>
          </a:bodyPr>
          <a:lstStyle>
            <a:lvl1pPr marL="0" indent="0" algn="l">
              <a:spcBef>
                <a:spcPts val="0"/>
              </a:spcBef>
              <a:buNone/>
              <a:defRPr lang="pt-BR" sz="1600" b="0" i="0">
                <a:solidFill>
                  <a:srgbClr val="1E1E1C"/>
                </a:solidFill>
                <a:latin typeface="Arial"/>
              </a:defRPr>
            </a:lvl1pPr>
          </a:lstStyle>
          <a:p>
            <a:r>
              <a:rPr lang="pt-BR"/>
              <a:t>O que o número mede</a:t>
            </a:r>
          </a:p>
        </p:txBody>
      </p:sp>
      <p:sp>
        <p:nvSpPr>
          <p:cNvPr id="22" name="Faixa"/>
          <p:cNvSpPr/>
          <p:nvPr userDrawn="1"/>
        </p:nvSpPr>
        <p:spPr>
          <a:xfrm>
            <a:off x="548640" y="4846320"/>
            <a:ext cx="11064240" cy="868680"/>
          </a:xfrm>
          <a:prstGeom prst="rect">
            <a:avLst/>
          </a:prstGeom>
          <a:solidFill>
            <a:srgbClr val="EDEFF2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23" name="Barra da faixa"/>
          <p:cNvSpPr/>
          <p:nvPr userDrawn="1"/>
        </p:nvSpPr>
        <p:spPr>
          <a:xfrm>
            <a:off x="548640" y="4846320"/>
            <a:ext cx="54864" cy="868680"/>
          </a:xfrm>
          <a:prstGeom prst="rect">
            <a:avLst/>
          </a:prstGeom>
          <a:solidFill>
            <a:srgbClr val="2F6DB5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24" name="Faixa de leitura"/>
          <p:cNvSpPr>
            <a:spLocks noGrp="1"/>
          </p:cNvSpPr>
          <p:nvPr>
            <p:ph type="body" idx="19" sz="quarter"/>
          </p:nvPr>
        </p:nvSpPr>
        <p:spPr>
          <a:xfrm>
            <a:off x="868680" y="4937760"/>
            <a:ext cx="10515600" cy="685800"/>
          </a:xfrm>
        </p:spPr>
        <p:txBody>
          <a:bodyPr wrap="square" lIns="0" tIns="0" rIns="0" bIns="0" anchor="ctr">
            <a:normAutofit/>
          </a:bodyPr>
          <a:lstStyle>
            <a:lvl1pPr marL="0" indent="0" algn="l">
              <a:spcBef>
                <a:spcPts val="0"/>
              </a:spcBef>
              <a:buNone/>
              <a:defRPr lang="pt-BR" sz="1600" b="0" i="0">
                <a:solidFill>
                  <a:srgbClr val="1E1E1C"/>
                </a:solidFill>
                <a:latin typeface="Arial"/>
              </a:defRPr>
            </a:lvl1pPr>
          </a:lstStyle>
          <a:p>
            <a:r>
              <a:rPr lang="pt-BR"/>
              <a:t>Leitura em uma frase</a:t>
            </a:r>
          </a:p>
        </p:txBody>
      </p:sp>
      <p:sp>
        <p:nvSpPr>
          <p:cNvPr id="25" name="Fonte e nota"/>
          <p:cNvSpPr>
            <a:spLocks noGrp="1"/>
          </p:cNvSpPr>
          <p:nvPr>
            <p:ph type="body" idx="20" sz="quarter"/>
          </p:nvPr>
        </p:nvSpPr>
        <p:spPr>
          <a:xfrm>
            <a:off x="548640" y="5897880"/>
            <a:ext cx="11064240" cy="457200"/>
          </a:xfrm>
        </p:spPr>
        <p:txBody>
          <a:bodyPr wrap="square" lIns="0" tIns="0" rIns="0" bIns="0" anchor="t">
            <a:normAutofit/>
          </a:bodyPr>
          <a:lstStyle>
            <a:lvl1pPr marL="0" indent="0" algn="l">
              <a:spcBef>
                <a:spcPts val="0"/>
              </a:spcBef>
              <a:buNone/>
              <a:defRPr lang="pt-BR" sz="1200" b="0" i="1">
                <a:solidFill>
                  <a:srgbClr val="5B6475"/>
                </a:solidFill>
                <a:latin typeface="Arial"/>
              </a:defRPr>
            </a:lvl1pPr>
          </a:lstStyle>
          <a:p>
            <a:r>
              <a:rPr lang="pt-BR"/>
              <a:t>Fonte e período dos dados</a:t>
            </a:r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atro cartões"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ilete do rodapé"/>
          <p:cNvSpPr/>
          <p:nvPr userDrawn="1"/>
        </p:nvSpPr>
        <p:spPr>
          <a:xfrm>
            <a:off x="0" y="6473952"/>
            <a:ext cx="12191695" cy="36576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" name="Chamada"/>
          <p:cNvSpPr>
            <a:spLocks noGrp="1"/>
          </p:cNvSpPr>
          <p:nvPr>
            <p:ph type="body" idx="9" sz="quarter"/>
          </p:nvPr>
        </p:nvSpPr>
        <p:spPr>
          <a:xfrm>
            <a:off x="548640" y="128016"/>
            <a:ext cx="8686800" cy="228600"/>
          </a:xfrm>
        </p:spPr>
        <p:txBody>
          <a:bodyPr wrap="square" lIns="0" tIns="0" rIns="0" bIns="0" anchor="t">
            <a:normAutofit/>
          </a:bodyPr>
          <a:lstStyle>
            <a:lvl1pPr marL="0" indent="0" algn="l">
              <a:spcBef>
                <a:spcPts val="0"/>
              </a:spcBef>
              <a:buNone/>
              <a:defRPr lang="pt-BR" sz="1200" b="1" i="0" spc="120">
                <a:solidFill>
                  <a:srgbClr val="5B6475"/>
                </a:solidFill>
                <a:latin typeface="Arial"/>
              </a:defRPr>
            </a:lvl1pPr>
          </a:lstStyle>
          <a:p>
            <a:r>
              <a:rPr lang="pt-BR"/>
              <a:t>CHAMADA EM CAIXA ALTA</a:t>
            </a:r>
          </a:p>
        </p:txBody>
      </p:sp>
      <p:sp>
        <p:nvSpPr>
          <p:cNvPr id="4" name="Título"/>
          <p:cNvSpPr>
            <a:spLocks noGrp="1"/>
          </p:cNvSpPr>
          <p:nvPr>
            <p:ph type="title"/>
          </p:nvPr>
        </p:nvSpPr>
        <p:spPr>
          <a:xfrm>
            <a:off x="548640" y="411480"/>
            <a:ext cx="11064240" cy="640080"/>
          </a:xfrm>
        </p:spPr>
        <p:txBody>
          <a:bodyPr wrap="square" lIns="0" tIns="0" rIns="0" bIns="0" anchor="t">
            <a:normAutofit/>
          </a:bodyPr>
          <a:lstStyle>
            <a:lvl1pPr marL="0" indent="0" algn="l">
              <a:spcBef>
                <a:spcPts val="0"/>
              </a:spcBef>
              <a:buNone/>
              <a:defRPr lang="pt-BR" sz="3000" b="1" i="0">
                <a:solidFill>
                  <a:srgbClr val="1F3A5F"/>
                </a:solidFill>
                <a:latin typeface="Arial"/>
              </a:defRPr>
            </a:lvl1pPr>
          </a:lstStyle>
          <a:p>
            <a:r>
              <a:rPr lang="pt-BR"/>
              <a:t>Título da lista de frentes</a:t>
            </a:r>
          </a:p>
        </p:txBody>
      </p:sp>
      <p:sp>
        <p:nvSpPr>
          <p:cNvPr id="5" name="Cartão 1"/>
          <p:cNvSpPr/>
          <p:nvPr userDrawn="1"/>
        </p:nvSpPr>
        <p:spPr>
          <a:xfrm>
            <a:off x="548640" y="1325880"/>
            <a:ext cx="2651760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CE2"/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6" name="Barra 1"/>
          <p:cNvSpPr/>
          <p:nvPr userDrawn="1"/>
        </p:nvSpPr>
        <p:spPr>
          <a:xfrm>
            <a:off x="548640" y="1325880"/>
            <a:ext cx="2651760" cy="109728"/>
          </a:xfrm>
          <a:prstGeom prst="rect">
            <a:avLst/>
          </a:prstGeom>
          <a:solidFill>
            <a:srgbClr val="C92A2A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7" name="Número 1"/>
          <p:cNvSpPr>
            <a:spLocks noGrp="1"/>
          </p:cNvSpPr>
          <p:nvPr>
            <p:ph type="body" idx="10" sz="quarter"/>
          </p:nvPr>
        </p:nvSpPr>
        <p:spPr>
          <a:xfrm>
            <a:off x="822960" y="1645920"/>
            <a:ext cx="2103120" cy="640080"/>
          </a:xfrm>
        </p:spPr>
        <p:txBody>
          <a:bodyPr wrap="square" lIns="0" tIns="0" rIns="0" bIns="0" anchor="t">
            <a:normAutofit/>
          </a:bodyPr>
          <a:lstStyle>
            <a:lvl1pPr marL="0" indent="0" algn="l">
              <a:spcBef>
                <a:spcPts val="0"/>
              </a:spcBef>
              <a:buNone/>
              <a:defRPr lang="pt-BR" sz="4000" b="1" i="0">
                <a:solidFill>
                  <a:srgbClr val="1F3A5F"/>
                </a:solidFill>
                <a:latin typeface="Arial"/>
              </a:defRPr>
            </a:lvl1pPr>
          </a:lstStyle>
          <a:p>
            <a:r>
              <a:rPr lang="pt-BR"/>
              <a:t>01</a:t>
            </a:r>
          </a:p>
        </p:txBody>
      </p:sp>
      <p:sp>
        <p:nvSpPr>
          <p:cNvPr id="8" name="Título 1"/>
          <p:cNvSpPr>
            <a:spLocks noGrp="1"/>
          </p:cNvSpPr>
          <p:nvPr>
            <p:ph type="body" idx="11" sz="quarter"/>
          </p:nvPr>
        </p:nvSpPr>
        <p:spPr>
          <a:xfrm>
            <a:off x="822960" y="2423160"/>
            <a:ext cx="2194560" cy="1463040"/>
          </a:xfrm>
        </p:spPr>
        <p:txBody>
          <a:bodyPr wrap="square" lIns="0" tIns="0" rIns="0" bIns="0" anchor="t">
            <a:normAutofit/>
          </a:bodyPr>
          <a:lstStyle>
            <a:lvl1pPr marL="0" indent="0" algn="l">
              <a:spcBef>
                <a:spcPts val="0"/>
              </a:spcBef>
              <a:buNone/>
              <a:defRPr lang="pt-BR" sz="1800" b="1" i="0">
                <a:solidFill>
                  <a:srgbClr val="1E1E1C"/>
                </a:solidFill>
                <a:latin typeface="Arial"/>
              </a:defRPr>
            </a:lvl1pPr>
          </a:lstStyle>
          <a:p>
            <a:r>
              <a:rPr lang="pt-BR"/>
              <a:t>Título da frente</a:t>
            </a:r>
          </a:p>
        </p:txBody>
      </p:sp>
      <p:sp>
        <p:nvSpPr>
          <p:cNvPr id="9" name="Etiqueta A 1"/>
          <p:cNvSpPr>
            <a:spLocks noGrp="1"/>
          </p:cNvSpPr>
          <p:nvPr>
            <p:ph type="body" idx="12" sz="quarter"/>
          </p:nvPr>
        </p:nvSpPr>
        <p:spPr>
          <a:xfrm>
            <a:off x="822960" y="4023360"/>
            <a:ext cx="2103120" cy="329184"/>
          </a:xfrm>
          <a:prstGeom prst="roundRect">
            <a:avLst>
              <a:gd name="adj" fmla="val 50000"/>
            </a:avLst>
          </a:prstGeom>
          <a:solidFill>
            <a:srgbClr val="1F3A5F"/>
          </a:solidFill>
        </p:spPr>
        <p:txBody>
          <a:bodyPr wrap="square" lIns="0" tIns="0" rIns="0" bIns="0" anchor="ctr">
            <a:normAutofit/>
          </a:bodyPr>
          <a:lstStyle>
            <a:lvl1pPr marL="0" indent="0" algn="ctr">
              <a:spcBef>
                <a:spcPts val="0"/>
              </a:spcBef>
              <a:buNone/>
              <a:defRPr lang="pt-BR" sz="1200" b="1" i="0">
                <a:solidFill>
                  <a:srgbClr val="FFFFFF"/>
                </a:solidFill>
                <a:latin typeface="Arial"/>
              </a:defRPr>
            </a:lvl1pPr>
          </a:lstStyle>
          <a:p>
            <a:r>
              <a:rPr lang="pt-BR"/>
              <a:t>ÁREA</a:t>
            </a:r>
          </a:p>
        </p:txBody>
      </p:sp>
      <p:sp>
        <p:nvSpPr>
          <p:cNvPr id="10" name="Etiqueta B 1"/>
          <p:cNvSpPr>
            <a:spLocks noGrp="1"/>
          </p:cNvSpPr>
          <p:nvPr>
            <p:ph type="body" idx="13" sz="quarter"/>
          </p:nvPr>
        </p:nvSpPr>
        <p:spPr>
          <a:xfrm>
            <a:off x="822960" y="4462272"/>
            <a:ext cx="2103120" cy="329184"/>
          </a:xfrm>
          <a:prstGeom prst="roundRect">
            <a:avLst>
              <a:gd name="adj" fmla="val 50000"/>
            </a:avLst>
          </a:prstGeom>
          <a:solidFill>
            <a:srgbClr val="EDEFF2"/>
          </a:solidFill>
        </p:spPr>
        <p:txBody>
          <a:bodyPr wrap="square" lIns="0" tIns="0" rIns="0" bIns="0" anchor="ctr">
            <a:normAutofit/>
          </a:bodyPr>
          <a:lstStyle>
            <a:lvl1pPr marL="0" indent="0" algn="ctr">
              <a:spcBef>
                <a:spcPts val="0"/>
              </a:spcBef>
              <a:buNone/>
              <a:defRPr lang="pt-BR" sz="1200" b="1" i="0">
                <a:solidFill>
                  <a:srgbClr val="1F3A5F"/>
                </a:solidFill>
                <a:latin typeface="Arial"/>
              </a:defRPr>
            </a:lvl1pPr>
          </a:lstStyle>
          <a:p>
            <a:r>
              <a:rPr lang="pt-BR"/>
              <a:t>TIPO</a:t>
            </a:r>
          </a:p>
        </p:txBody>
      </p:sp>
      <p:sp>
        <p:nvSpPr>
          <p:cNvPr id="11" name="Situação 1"/>
          <p:cNvSpPr>
            <a:spLocks noGrp="1"/>
          </p:cNvSpPr>
          <p:nvPr>
            <p:ph type="body" idx="14" sz="quarter"/>
          </p:nvPr>
        </p:nvSpPr>
        <p:spPr>
          <a:xfrm>
            <a:off x="822960" y="5120640"/>
            <a:ext cx="2103120" cy="457200"/>
          </a:xfrm>
        </p:spPr>
        <p:txBody>
          <a:bodyPr wrap="square" lIns="0" tIns="0" rIns="0" bIns="0" anchor="t">
            <a:normAutofit/>
          </a:bodyPr>
          <a:lstStyle>
            <a:lvl1pPr marL="0" indent="0" algn="l">
              <a:spcBef>
                <a:spcPts val="0"/>
              </a:spcBef>
              <a:buNone/>
              <a:defRPr lang="pt-BR" sz="1400" b="1" i="0">
                <a:solidFill>
                  <a:srgbClr val="5B6475"/>
                </a:solidFill>
                <a:latin typeface="Arial"/>
              </a:defRPr>
            </a:lvl1pPr>
          </a:lstStyle>
          <a:p>
            <a:r>
              <a:rPr lang="pt-BR"/>
              <a:t>Situação</a:t>
            </a:r>
          </a:p>
        </p:txBody>
      </p:sp>
      <p:sp>
        <p:nvSpPr>
          <p:cNvPr id="12" name="Cartão 2"/>
          <p:cNvSpPr/>
          <p:nvPr userDrawn="1"/>
        </p:nvSpPr>
        <p:spPr>
          <a:xfrm>
            <a:off x="3383280" y="1325880"/>
            <a:ext cx="2651760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CE2"/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13" name="Barra 2"/>
          <p:cNvSpPr/>
          <p:nvPr userDrawn="1"/>
        </p:nvSpPr>
        <p:spPr>
          <a:xfrm>
            <a:off x="3383280" y="1325880"/>
            <a:ext cx="2651760" cy="109728"/>
          </a:xfrm>
          <a:prstGeom prst="rect">
            <a:avLst/>
          </a:prstGeom>
          <a:solidFill>
            <a:srgbClr val="D9480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14" name="Número 2"/>
          <p:cNvSpPr>
            <a:spLocks noGrp="1"/>
          </p:cNvSpPr>
          <p:nvPr>
            <p:ph type="body" idx="15" sz="quarter"/>
          </p:nvPr>
        </p:nvSpPr>
        <p:spPr>
          <a:xfrm>
            <a:off x="3657600" y="1645920"/>
            <a:ext cx="2103120" cy="640080"/>
          </a:xfrm>
        </p:spPr>
        <p:txBody>
          <a:bodyPr wrap="square" lIns="0" tIns="0" rIns="0" bIns="0" anchor="t">
            <a:normAutofit/>
          </a:bodyPr>
          <a:lstStyle>
            <a:lvl1pPr marL="0" indent="0" algn="l">
              <a:spcBef>
                <a:spcPts val="0"/>
              </a:spcBef>
              <a:buNone/>
              <a:defRPr lang="pt-BR" sz="4000" b="1" i="0">
                <a:solidFill>
                  <a:srgbClr val="1F3A5F"/>
                </a:solidFill>
                <a:latin typeface="Arial"/>
              </a:defRPr>
            </a:lvl1pPr>
          </a:lstStyle>
          <a:p>
            <a:r>
              <a:rPr lang="pt-BR"/>
              <a:t>01</a:t>
            </a:r>
          </a:p>
        </p:txBody>
      </p:sp>
      <p:sp>
        <p:nvSpPr>
          <p:cNvPr id="15" name="Título 2"/>
          <p:cNvSpPr>
            <a:spLocks noGrp="1"/>
          </p:cNvSpPr>
          <p:nvPr>
            <p:ph type="body" idx="16" sz="quarter"/>
          </p:nvPr>
        </p:nvSpPr>
        <p:spPr>
          <a:xfrm>
            <a:off x="3657600" y="2423160"/>
            <a:ext cx="2194560" cy="1463040"/>
          </a:xfrm>
        </p:spPr>
        <p:txBody>
          <a:bodyPr wrap="square" lIns="0" tIns="0" rIns="0" bIns="0" anchor="t">
            <a:normAutofit/>
          </a:bodyPr>
          <a:lstStyle>
            <a:lvl1pPr marL="0" indent="0" algn="l">
              <a:spcBef>
                <a:spcPts val="0"/>
              </a:spcBef>
              <a:buNone/>
              <a:defRPr lang="pt-BR" sz="1800" b="1" i="0">
                <a:solidFill>
                  <a:srgbClr val="1E1E1C"/>
                </a:solidFill>
                <a:latin typeface="Arial"/>
              </a:defRPr>
            </a:lvl1pPr>
          </a:lstStyle>
          <a:p>
            <a:r>
              <a:rPr lang="pt-BR"/>
              <a:t>Título da frente</a:t>
            </a:r>
          </a:p>
        </p:txBody>
      </p:sp>
      <p:sp>
        <p:nvSpPr>
          <p:cNvPr id="16" name="Etiqueta A 2"/>
          <p:cNvSpPr>
            <a:spLocks noGrp="1"/>
          </p:cNvSpPr>
          <p:nvPr>
            <p:ph type="body" idx="17" sz="quarter"/>
          </p:nvPr>
        </p:nvSpPr>
        <p:spPr>
          <a:xfrm>
            <a:off x="3657600" y="4023360"/>
            <a:ext cx="2103120" cy="329184"/>
          </a:xfrm>
          <a:prstGeom prst="roundRect">
            <a:avLst>
              <a:gd name="adj" fmla="val 50000"/>
            </a:avLst>
          </a:prstGeom>
          <a:solidFill>
            <a:srgbClr val="1F3A5F"/>
          </a:solidFill>
        </p:spPr>
        <p:txBody>
          <a:bodyPr wrap="square" lIns="0" tIns="0" rIns="0" bIns="0" anchor="ctr">
            <a:normAutofit/>
          </a:bodyPr>
          <a:lstStyle>
            <a:lvl1pPr marL="0" indent="0" algn="ctr">
              <a:spcBef>
                <a:spcPts val="0"/>
              </a:spcBef>
              <a:buNone/>
              <a:defRPr lang="pt-BR" sz="1200" b="1" i="0">
                <a:solidFill>
                  <a:srgbClr val="FFFFFF"/>
                </a:solidFill>
                <a:latin typeface="Arial"/>
              </a:defRPr>
            </a:lvl1pPr>
          </a:lstStyle>
          <a:p>
            <a:r>
              <a:rPr lang="pt-BR"/>
              <a:t>ÁREA</a:t>
            </a:r>
          </a:p>
        </p:txBody>
      </p:sp>
      <p:sp>
        <p:nvSpPr>
          <p:cNvPr id="17" name="Etiqueta B 2"/>
          <p:cNvSpPr>
            <a:spLocks noGrp="1"/>
          </p:cNvSpPr>
          <p:nvPr>
            <p:ph type="body" idx="18" sz="quarter"/>
          </p:nvPr>
        </p:nvSpPr>
        <p:spPr>
          <a:xfrm>
            <a:off x="3657600" y="4462272"/>
            <a:ext cx="2103120" cy="329184"/>
          </a:xfrm>
          <a:prstGeom prst="roundRect">
            <a:avLst>
              <a:gd name="adj" fmla="val 50000"/>
            </a:avLst>
          </a:prstGeom>
          <a:solidFill>
            <a:srgbClr val="EDEFF2"/>
          </a:solidFill>
        </p:spPr>
        <p:txBody>
          <a:bodyPr wrap="square" lIns="0" tIns="0" rIns="0" bIns="0" anchor="ctr">
            <a:normAutofit/>
          </a:bodyPr>
          <a:lstStyle>
            <a:lvl1pPr marL="0" indent="0" algn="ctr">
              <a:spcBef>
                <a:spcPts val="0"/>
              </a:spcBef>
              <a:buNone/>
              <a:defRPr lang="pt-BR" sz="1200" b="1" i="0">
                <a:solidFill>
                  <a:srgbClr val="1F3A5F"/>
                </a:solidFill>
                <a:latin typeface="Arial"/>
              </a:defRPr>
            </a:lvl1pPr>
          </a:lstStyle>
          <a:p>
            <a:r>
              <a:rPr lang="pt-BR"/>
              <a:t>TIPO</a:t>
            </a:r>
          </a:p>
        </p:txBody>
      </p:sp>
      <p:sp>
        <p:nvSpPr>
          <p:cNvPr id="18" name="Situação 2"/>
          <p:cNvSpPr>
            <a:spLocks noGrp="1"/>
          </p:cNvSpPr>
          <p:nvPr>
            <p:ph type="body" idx="19" sz="quarter"/>
          </p:nvPr>
        </p:nvSpPr>
        <p:spPr>
          <a:xfrm>
            <a:off x="3657600" y="5120640"/>
            <a:ext cx="2103120" cy="457200"/>
          </a:xfrm>
        </p:spPr>
        <p:txBody>
          <a:bodyPr wrap="square" lIns="0" tIns="0" rIns="0" bIns="0" anchor="t">
            <a:normAutofit/>
          </a:bodyPr>
          <a:lstStyle>
            <a:lvl1pPr marL="0" indent="0" algn="l">
              <a:spcBef>
                <a:spcPts val="0"/>
              </a:spcBef>
              <a:buNone/>
              <a:defRPr lang="pt-BR" sz="1400" b="1" i="0">
                <a:solidFill>
                  <a:srgbClr val="5B6475"/>
                </a:solidFill>
                <a:latin typeface="Arial"/>
              </a:defRPr>
            </a:lvl1pPr>
          </a:lstStyle>
          <a:p>
            <a:r>
              <a:rPr lang="pt-BR"/>
              <a:t>Situação</a:t>
            </a:r>
          </a:p>
        </p:txBody>
      </p:sp>
      <p:sp>
        <p:nvSpPr>
          <p:cNvPr id="19" name="Cartão 3"/>
          <p:cNvSpPr/>
          <p:nvPr userDrawn="1"/>
        </p:nvSpPr>
        <p:spPr>
          <a:xfrm>
            <a:off x="6217920" y="1325880"/>
            <a:ext cx="2651760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CE2"/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20" name="Barra 3"/>
          <p:cNvSpPr/>
          <p:nvPr userDrawn="1"/>
        </p:nvSpPr>
        <p:spPr>
          <a:xfrm>
            <a:off x="6217920" y="1325880"/>
            <a:ext cx="2651760" cy="109728"/>
          </a:xfrm>
          <a:prstGeom prst="rect">
            <a:avLst/>
          </a:prstGeom>
          <a:solidFill>
            <a:srgbClr val="F08C00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21" name="Número 3"/>
          <p:cNvSpPr>
            <a:spLocks noGrp="1"/>
          </p:cNvSpPr>
          <p:nvPr>
            <p:ph type="body" idx="20" sz="quarter"/>
          </p:nvPr>
        </p:nvSpPr>
        <p:spPr>
          <a:xfrm>
            <a:off x="6492240" y="1645920"/>
            <a:ext cx="2103120" cy="640080"/>
          </a:xfrm>
        </p:spPr>
        <p:txBody>
          <a:bodyPr wrap="square" lIns="0" tIns="0" rIns="0" bIns="0" anchor="t">
            <a:normAutofit/>
          </a:bodyPr>
          <a:lstStyle>
            <a:lvl1pPr marL="0" indent="0" algn="l">
              <a:spcBef>
                <a:spcPts val="0"/>
              </a:spcBef>
              <a:buNone/>
              <a:defRPr lang="pt-BR" sz="4000" b="1" i="0">
                <a:solidFill>
                  <a:srgbClr val="1F3A5F"/>
                </a:solidFill>
                <a:latin typeface="Arial"/>
              </a:defRPr>
            </a:lvl1pPr>
          </a:lstStyle>
          <a:p>
            <a:r>
              <a:rPr lang="pt-BR"/>
              <a:t>01</a:t>
            </a:r>
          </a:p>
        </p:txBody>
      </p:sp>
      <p:sp>
        <p:nvSpPr>
          <p:cNvPr id="22" name="Título 3"/>
          <p:cNvSpPr>
            <a:spLocks noGrp="1"/>
          </p:cNvSpPr>
          <p:nvPr>
            <p:ph type="body" idx="21" sz="quarter"/>
          </p:nvPr>
        </p:nvSpPr>
        <p:spPr>
          <a:xfrm>
            <a:off x="6492240" y="2423160"/>
            <a:ext cx="2194560" cy="1463040"/>
          </a:xfrm>
        </p:spPr>
        <p:txBody>
          <a:bodyPr wrap="square" lIns="0" tIns="0" rIns="0" bIns="0" anchor="t">
            <a:normAutofit/>
          </a:bodyPr>
          <a:lstStyle>
            <a:lvl1pPr marL="0" indent="0" algn="l">
              <a:spcBef>
                <a:spcPts val="0"/>
              </a:spcBef>
              <a:buNone/>
              <a:defRPr lang="pt-BR" sz="1800" b="1" i="0">
                <a:solidFill>
                  <a:srgbClr val="1E1E1C"/>
                </a:solidFill>
                <a:latin typeface="Arial"/>
              </a:defRPr>
            </a:lvl1pPr>
          </a:lstStyle>
          <a:p>
            <a:r>
              <a:rPr lang="pt-BR"/>
              <a:t>Título da frente</a:t>
            </a:r>
          </a:p>
        </p:txBody>
      </p:sp>
      <p:sp>
        <p:nvSpPr>
          <p:cNvPr id="23" name="Etiqueta A 3"/>
          <p:cNvSpPr>
            <a:spLocks noGrp="1"/>
          </p:cNvSpPr>
          <p:nvPr>
            <p:ph type="body" idx="22" sz="quarter"/>
          </p:nvPr>
        </p:nvSpPr>
        <p:spPr>
          <a:xfrm>
            <a:off x="6492240" y="4023360"/>
            <a:ext cx="2103120" cy="329184"/>
          </a:xfrm>
          <a:prstGeom prst="roundRect">
            <a:avLst>
              <a:gd name="adj" fmla="val 50000"/>
            </a:avLst>
          </a:prstGeom>
          <a:solidFill>
            <a:srgbClr val="1F3A5F"/>
          </a:solidFill>
        </p:spPr>
        <p:txBody>
          <a:bodyPr wrap="square" lIns="0" tIns="0" rIns="0" bIns="0" anchor="ctr">
            <a:normAutofit/>
          </a:bodyPr>
          <a:lstStyle>
            <a:lvl1pPr marL="0" indent="0" algn="ctr">
              <a:spcBef>
                <a:spcPts val="0"/>
              </a:spcBef>
              <a:buNone/>
              <a:defRPr lang="pt-BR" sz="1200" b="1" i="0">
                <a:solidFill>
                  <a:srgbClr val="FFFFFF"/>
                </a:solidFill>
                <a:latin typeface="Arial"/>
              </a:defRPr>
            </a:lvl1pPr>
          </a:lstStyle>
          <a:p>
            <a:r>
              <a:rPr lang="pt-BR"/>
              <a:t>ÁREA</a:t>
            </a:r>
          </a:p>
        </p:txBody>
      </p:sp>
      <p:sp>
        <p:nvSpPr>
          <p:cNvPr id="24" name="Etiqueta B 3"/>
          <p:cNvSpPr>
            <a:spLocks noGrp="1"/>
          </p:cNvSpPr>
          <p:nvPr>
            <p:ph type="body" idx="23" sz="quarter"/>
          </p:nvPr>
        </p:nvSpPr>
        <p:spPr>
          <a:xfrm>
            <a:off x="6492240" y="4462272"/>
            <a:ext cx="2103120" cy="329184"/>
          </a:xfrm>
          <a:prstGeom prst="roundRect">
            <a:avLst>
              <a:gd name="adj" fmla="val 50000"/>
            </a:avLst>
          </a:prstGeom>
          <a:solidFill>
            <a:srgbClr val="EDEFF2"/>
          </a:solidFill>
        </p:spPr>
        <p:txBody>
          <a:bodyPr wrap="square" lIns="0" tIns="0" rIns="0" bIns="0" anchor="ctr">
            <a:normAutofit/>
          </a:bodyPr>
          <a:lstStyle>
            <a:lvl1pPr marL="0" indent="0" algn="ctr">
              <a:spcBef>
                <a:spcPts val="0"/>
              </a:spcBef>
              <a:buNone/>
              <a:defRPr lang="pt-BR" sz="1200" b="1" i="0">
                <a:solidFill>
                  <a:srgbClr val="1F3A5F"/>
                </a:solidFill>
                <a:latin typeface="Arial"/>
              </a:defRPr>
            </a:lvl1pPr>
          </a:lstStyle>
          <a:p>
            <a:r>
              <a:rPr lang="pt-BR"/>
              <a:t>TIPO</a:t>
            </a:r>
          </a:p>
        </p:txBody>
      </p:sp>
      <p:sp>
        <p:nvSpPr>
          <p:cNvPr id="25" name="Situação 3"/>
          <p:cNvSpPr>
            <a:spLocks noGrp="1"/>
          </p:cNvSpPr>
          <p:nvPr>
            <p:ph type="body" idx="24" sz="quarter"/>
          </p:nvPr>
        </p:nvSpPr>
        <p:spPr>
          <a:xfrm>
            <a:off x="6492240" y="5120640"/>
            <a:ext cx="2103120" cy="457200"/>
          </a:xfrm>
        </p:spPr>
        <p:txBody>
          <a:bodyPr wrap="square" lIns="0" tIns="0" rIns="0" bIns="0" anchor="t">
            <a:normAutofit/>
          </a:bodyPr>
          <a:lstStyle>
            <a:lvl1pPr marL="0" indent="0" algn="l">
              <a:spcBef>
                <a:spcPts val="0"/>
              </a:spcBef>
              <a:buNone/>
              <a:defRPr lang="pt-BR" sz="1400" b="1" i="0">
                <a:solidFill>
                  <a:srgbClr val="5B6475"/>
                </a:solidFill>
                <a:latin typeface="Arial"/>
              </a:defRPr>
            </a:lvl1pPr>
          </a:lstStyle>
          <a:p>
            <a:r>
              <a:rPr lang="pt-BR"/>
              <a:t>Situação</a:t>
            </a:r>
          </a:p>
        </p:txBody>
      </p:sp>
      <p:sp>
        <p:nvSpPr>
          <p:cNvPr id="26" name="Cartão 4"/>
          <p:cNvSpPr/>
          <p:nvPr userDrawn="1"/>
        </p:nvSpPr>
        <p:spPr>
          <a:xfrm>
            <a:off x="9052560" y="1325880"/>
            <a:ext cx="2651760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CE2"/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27" name="Barra 4"/>
          <p:cNvSpPr/>
          <p:nvPr userDrawn="1"/>
        </p:nvSpPr>
        <p:spPr>
          <a:xfrm>
            <a:off x="9052560" y="1325880"/>
            <a:ext cx="2651760" cy="109728"/>
          </a:xfrm>
          <a:prstGeom prst="rect">
            <a:avLst/>
          </a:prstGeom>
          <a:solidFill>
            <a:srgbClr val="F2C14E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28" name="Número 4"/>
          <p:cNvSpPr>
            <a:spLocks noGrp="1"/>
          </p:cNvSpPr>
          <p:nvPr>
            <p:ph type="body" idx="25" sz="quarter"/>
          </p:nvPr>
        </p:nvSpPr>
        <p:spPr>
          <a:xfrm>
            <a:off x="9326880" y="1645920"/>
            <a:ext cx="2103120" cy="640080"/>
          </a:xfrm>
        </p:spPr>
        <p:txBody>
          <a:bodyPr wrap="square" lIns="0" tIns="0" rIns="0" bIns="0" anchor="t">
            <a:normAutofit/>
          </a:bodyPr>
          <a:lstStyle>
            <a:lvl1pPr marL="0" indent="0" algn="l">
              <a:spcBef>
                <a:spcPts val="0"/>
              </a:spcBef>
              <a:buNone/>
              <a:defRPr lang="pt-BR" sz="4000" b="1" i="0">
                <a:solidFill>
                  <a:srgbClr val="1F3A5F"/>
                </a:solidFill>
                <a:latin typeface="Arial"/>
              </a:defRPr>
            </a:lvl1pPr>
          </a:lstStyle>
          <a:p>
            <a:r>
              <a:rPr lang="pt-BR"/>
              <a:t>01</a:t>
            </a:r>
          </a:p>
        </p:txBody>
      </p:sp>
      <p:sp>
        <p:nvSpPr>
          <p:cNvPr id="29" name="Título 4"/>
          <p:cNvSpPr>
            <a:spLocks noGrp="1"/>
          </p:cNvSpPr>
          <p:nvPr>
            <p:ph type="body" idx="26" sz="quarter"/>
          </p:nvPr>
        </p:nvSpPr>
        <p:spPr>
          <a:xfrm>
            <a:off x="9326880" y="2423160"/>
            <a:ext cx="2194560" cy="1463040"/>
          </a:xfrm>
        </p:spPr>
        <p:txBody>
          <a:bodyPr wrap="square" lIns="0" tIns="0" rIns="0" bIns="0" anchor="t">
            <a:normAutofit/>
          </a:bodyPr>
          <a:lstStyle>
            <a:lvl1pPr marL="0" indent="0" algn="l">
              <a:spcBef>
                <a:spcPts val="0"/>
              </a:spcBef>
              <a:buNone/>
              <a:defRPr lang="pt-BR" sz="1800" b="1" i="0">
                <a:solidFill>
                  <a:srgbClr val="1E1E1C"/>
                </a:solidFill>
                <a:latin typeface="Arial"/>
              </a:defRPr>
            </a:lvl1pPr>
          </a:lstStyle>
          <a:p>
            <a:r>
              <a:rPr lang="pt-BR"/>
              <a:t>Título da frente</a:t>
            </a:r>
          </a:p>
        </p:txBody>
      </p:sp>
      <p:sp>
        <p:nvSpPr>
          <p:cNvPr id="30" name="Etiqueta A 4"/>
          <p:cNvSpPr>
            <a:spLocks noGrp="1"/>
          </p:cNvSpPr>
          <p:nvPr>
            <p:ph type="body" idx="27" sz="quarter"/>
          </p:nvPr>
        </p:nvSpPr>
        <p:spPr>
          <a:xfrm>
            <a:off x="9326880" y="4023360"/>
            <a:ext cx="2103120" cy="329184"/>
          </a:xfrm>
          <a:prstGeom prst="roundRect">
            <a:avLst>
              <a:gd name="adj" fmla="val 50000"/>
            </a:avLst>
          </a:prstGeom>
          <a:solidFill>
            <a:srgbClr val="1F3A5F"/>
          </a:solidFill>
        </p:spPr>
        <p:txBody>
          <a:bodyPr wrap="square" lIns="0" tIns="0" rIns="0" bIns="0" anchor="ctr">
            <a:normAutofit/>
          </a:bodyPr>
          <a:lstStyle>
            <a:lvl1pPr marL="0" indent="0" algn="ctr">
              <a:spcBef>
                <a:spcPts val="0"/>
              </a:spcBef>
              <a:buNone/>
              <a:defRPr lang="pt-BR" sz="1200" b="1" i="0">
                <a:solidFill>
                  <a:srgbClr val="FFFFFF"/>
                </a:solidFill>
                <a:latin typeface="Arial"/>
              </a:defRPr>
            </a:lvl1pPr>
          </a:lstStyle>
          <a:p>
            <a:r>
              <a:rPr lang="pt-BR"/>
              <a:t>ÁREA</a:t>
            </a:r>
          </a:p>
        </p:txBody>
      </p:sp>
      <p:sp>
        <p:nvSpPr>
          <p:cNvPr id="31" name="Etiqueta B 4"/>
          <p:cNvSpPr>
            <a:spLocks noGrp="1"/>
          </p:cNvSpPr>
          <p:nvPr>
            <p:ph type="body" idx="28" sz="quarter"/>
          </p:nvPr>
        </p:nvSpPr>
        <p:spPr>
          <a:xfrm>
            <a:off x="9326880" y="4462272"/>
            <a:ext cx="2103120" cy="329184"/>
          </a:xfrm>
          <a:prstGeom prst="roundRect">
            <a:avLst>
              <a:gd name="adj" fmla="val 50000"/>
            </a:avLst>
          </a:prstGeom>
          <a:solidFill>
            <a:srgbClr val="EDEFF2"/>
          </a:solidFill>
        </p:spPr>
        <p:txBody>
          <a:bodyPr wrap="square" lIns="0" tIns="0" rIns="0" bIns="0" anchor="ctr">
            <a:normAutofit/>
          </a:bodyPr>
          <a:lstStyle>
            <a:lvl1pPr marL="0" indent="0" algn="ctr">
              <a:spcBef>
                <a:spcPts val="0"/>
              </a:spcBef>
              <a:buNone/>
              <a:defRPr lang="pt-BR" sz="1200" b="1" i="0">
                <a:solidFill>
                  <a:srgbClr val="1F3A5F"/>
                </a:solidFill>
                <a:latin typeface="Arial"/>
              </a:defRPr>
            </a:lvl1pPr>
          </a:lstStyle>
          <a:p>
            <a:r>
              <a:rPr lang="pt-BR"/>
              <a:t>TIPO</a:t>
            </a:r>
          </a:p>
        </p:txBody>
      </p:sp>
      <p:sp>
        <p:nvSpPr>
          <p:cNvPr id="32" name="Situação 4"/>
          <p:cNvSpPr>
            <a:spLocks noGrp="1"/>
          </p:cNvSpPr>
          <p:nvPr>
            <p:ph type="body" idx="29" sz="quarter"/>
          </p:nvPr>
        </p:nvSpPr>
        <p:spPr>
          <a:xfrm>
            <a:off x="9326880" y="5120640"/>
            <a:ext cx="2103120" cy="457200"/>
          </a:xfrm>
        </p:spPr>
        <p:txBody>
          <a:bodyPr wrap="square" lIns="0" tIns="0" rIns="0" bIns="0" anchor="t">
            <a:normAutofit/>
          </a:bodyPr>
          <a:lstStyle>
            <a:lvl1pPr marL="0" indent="0" algn="l">
              <a:spcBef>
                <a:spcPts val="0"/>
              </a:spcBef>
              <a:buNone/>
              <a:defRPr lang="pt-BR" sz="1400" b="1" i="0">
                <a:solidFill>
                  <a:srgbClr val="5B6475"/>
                </a:solidFill>
                <a:latin typeface="Arial"/>
              </a:defRPr>
            </a:lvl1pPr>
          </a:lstStyle>
          <a:p>
            <a:r>
              <a:rPr lang="pt-BR"/>
              <a:t>Situação</a:t>
            </a:r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Recomendação"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ilete do rodapé"/>
          <p:cNvSpPr/>
          <p:nvPr userDrawn="1"/>
        </p:nvSpPr>
        <p:spPr>
          <a:xfrm>
            <a:off x="0" y="6473952"/>
            <a:ext cx="12191695" cy="36576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" name="Chamada"/>
          <p:cNvSpPr>
            <a:spLocks noGrp="1"/>
          </p:cNvSpPr>
          <p:nvPr>
            <p:ph type="body" idx="9" sz="quarter"/>
          </p:nvPr>
        </p:nvSpPr>
        <p:spPr>
          <a:xfrm>
            <a:off x="548640" y="128016"/>
            <a:ext cx="8686800" cy="228600"/>
          </a:xfrm>
        </p:spPr>
        <p:txBody>
          <a:bodyPr wrap="square" lIns="0" tIns="0" rIns="0" bIns="0" anchor="t">
            <a:normAutofit/>
          </a:bodyPr>
          <a:lstStyle>
            <a:lvl1pPr marL="0" indent="0" algn="l">
              <a:spcBef>
                <a:spcPts val="0"/>
              </a:spcBef>
              <a:buNone/>
              <a:defRPr lang="pt-BR" sz="1200" b="1" i="0" spc="120">
                <a:solidFill>
                  <a:srgbClr val="5B6475"/>
                </a:solidFill>
                <a:latin typeface="Arial"/>
              </a:defRPr>
            </a:lvl1pPr>
          </a:lstStyle>
          <a:p>
            <a:r>
              <a:rPr lang="pt-BR"/>
              <a:t>CHAMADA EM CAIXA ALTA</a:t>
            </a:r>
          </a:p>
        </p:txBody>
      </p:sp>
      <p:sp>
        <p:nvSpPr>
          <p:cNvPr id="4" name="Título"/>
          <p:cNvSpPr>
            <a:spLocks noGrp="1"/>
          </p:cNvSpPr>
          <p:nvPr>
            <p:ph type="title"/>
          </p:nvPr>
        </p:nvSpPr>
        <p:spPr>
          <a:xfrm>
            <a:off x="548640" y="411480"/>
            <a:ext cx="11064240" cy="640080"/>
          </a:xfrm>
        </p:spPr>
        <p:txBody>
          <a:bodyPr wrap="square" lIns="0" tIns="0" rIns="0" bIns="0" anchor="t">
            <a:normAutofit/>
          </a:bodyPr>
          <a:lstStyle>
            <a:lvl1pPr marL="0" indent="0" algn="l">
              <a:spcBef>
                <a:spcPts val="0"/>
              </a:spcBef>
              <a:buNone/>
              <a:defRPr lang="pt-BR" sz="3000" b="1" i="0">
                <a:solidFill>
                  <a:srgbClr val="1F3A5F"/>
                </a:solidFill>
                <a:latin typeface="Arial"/>
              </a:defRPr>
            </a:lvl1pPr>
          </a:lstStyle>
          <a:p>
            <a:r>
              <a:rPr lang="pt-BR"/>
              <a:t>Título da recomendação</a:t>
            </a:r>
          </a:p>
        </p:txBody>
      </p:sp>
      <p:sp>
        <p:nvSpPr>
          <p:cNvPr id="5" name="Etiquetas"/>
          <p:cNvSpPr>
            <a:spLocks noGrp="1"/>
          </p:cNvSpPr>
          <p:nvPr>
            <p:ph type="body" idx="10" sz="quarter"/>
          </p:nvPr>
        </p:nvSpPr>
        <p:spPr>
          <a:xfrm>
            <a:off x="548640" y="1188720"/>
            <a:ext cx="11064240" cy="365760"/>
          </a:xfrm>
        </p:spPr>
        <p:txBody>
          <a:bodyPr wrap="square" lIns="0" tIns="0" rIns="0" bIns="0" anchor="t">
            <a:normAutofit/>
          </a:bodyPr>
          <a:lstStyle>
            <a:lvl1pPr marL="0" indent="0" algn="l">
              <a:spcBef>
                <a:spcPts val="0"/>
              </a:spcBef>
              <a:buNone/>
              <a:defRPr lang="pt-BR" sz="1200" b="1" i="0" spc="100">
                <a:solidFill>
                  <a:srgbClr val="1F3A5F"/>
                </a:solidFill>
                <a:latin typeface="Arial"/>
              </a:defRPr>
            </a:lvl1pPr>
          </a:lstStyle>
          <a:p>
            <a:r>
              <a:rPr lang="pt-BR"/>
              <a:t>PROCESSO · PRIORIDADE ALTA · ALTERA O FLUXO</a:t>
            </a:r>
          </a:p>
        </p:txBody>
      </p:sp>
      <p:sp>
        <p:nvSpPr>
          <p:cNvPr id="6" name="Rótulo achado"/>
          <p:cNvSpPr txBox="1"/>
          <p:nvPr userDrawn="1"/>
        </p:nvSpPr>
        <p:spPr>
          <a:xfrm>
            <a:off x="548640" y="1828800"/>
            <a:ext cx="5303520" cy="2286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/>
            <a:r>
              <a:rPr lang="pt-BR" sz="1200" b="1" spc="100">
                <a:solidFill>
                  <a:srgbClr val="C2410C"/>
                </a:solidFill>
                <a:latin typeface="Arial"/>
              </a:rPr>
              <a:t>O QUE ENCONTRAMOS</a:t>
            </a:r>
          </a:p>
        </p:txBody>
      </p:sp>
      <p:sp>
        <p:nvSpPr>
          <p:cNvPr id="7" name="O que encontramos"/>
          <p:cNvSpPr>
            <a:spLocks noGrp="1"/>
          </p:cNvSpPr>
          <p:nvPr>
            <p:ph type="body" idx="11" sz="quarter"/>
          </p:nvPr>
        </p:nvSpPr>
        <p:spPr>
          <a:xfrm>
            <a:off x="548640" y="2148840"/>
            <a:ext cx="5303520" cy="1645920"/>
          </a:xfrm>
        </p:spPr>
        <p:txBody>
          <a:bodyPr wrap="square" lIns="0" tIns="0" rIns="0" bIns="0" anchor="t">
            <a:normAutofit/>
          </a:bodyPr>
          <a:lstStyle>
            <a:lvl1pPr marL="0" indent="0" algn="l">
              <a:spcBef>
                <a:spcPts val="0"/>
              </a:spcBef>
              <a:buNone/>
              <a:defRPr lang="pt-BR" sz="1600" b="0" i="0">
                <a:solidFill>
                  <a:srgbClr val="1E1E1C"/>
                </a:solidFill>
                <a:latin typeface="Arial"/>
              </a:defRPr>
            </a:lvl1pPr>
          </a:lstStyle>
          <a:p>
            <a:r>
              <a:rPr lang="pt-BR"/>
              <a:t>Fato com número, fonte e período</a:t>
            </a:r>
          </a:p>
        </p:txBody>
      </p:sp>
      <p:sp>
        <p:nvSpPr>
          <p:cNvPr id="8" name="Rótulo custo"/>
          <p:cNvSpPr txBox="1"/>
          <p:nvPr userDrawn="1"/>
        </p:nvSpPr>
        <p:spPr>
          <a:xfrm>
            <a:off x="548640" y="3931920"/>
            <a:ext cx="5303520" cy="2286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/>
            <a:r>
              <a:rPr lang="pt-BR" sz="1200" b="1" spc="100">
                <a:solidFill>
                  <a:srgbClr val="C2410C"/>
                </a:solidFill>
                <a:latin typeface="Arial"/>
              </a:rPr>
              <a:t>O QUE ISSO CUSTA</a:t>
            </a:r>
          </a:p>
        </p:txBody>
      </p:sp>
      <p:sp>
        <p:nvSpPr>
          <p:cNvPr id="9" name="O que isso custa"/>
          <p:cNvSpPr>
            <a:spLocks noGrp="1"/>
          </p:cNvSpPr>
          <p:nvPr>
            <p:ph type="body" idx="12" sz="quarter"/>
          </p:nvPr>
        </p:nvSpPr>
        <p:spPr>
          <a:xfrm>
            <a:off x="548640" y="4251960"/>
            <a:ext cx="5303520" cy="1554480"/>
          </a:xfrm>
        </p:spPr>
        <p:txBody>
          <a:bodyPr wrap="square" lIns="0" tIns="0" rIns="0" bIns="0" anchor="t">
            <a:normAutofit/>
          </a:bodyPr>
          <a:lstStyle>
            <a:lvl1pPr marL="0" indent="0" algn="l">
              <a:spcBef>
                <a:spcPts val="0"/>
              </a:spcBef>
              <a:buNone/>
              <a:defRPr lang="pt-BR" sz="1400" b="0" i="0">
                <a:solidFill>
                  <a:srgbClr val="1E1E1C"/>
                </a:solidFill>
                <a:latin typeface="Arial"/>
              </a:defRPr>
            </a:lvl1pPr>
          </a:lstStyle>
          <a:p>
            <a:r>
              <a:rPr lang="pt-BR"/>
              <a:t>Até três impactos</a:t>
            </a:r>
          </a:p>
        </p:txBody>
      </p:sp>
      <p:sp>
        <p:nvSpPr>
          <p:cNvPr id="10" name="Cartão da recomendação"/>
          <p:cNvSpPr/>
          <p:nvPr userDrawn="1"/>
        </p:nvSpPr>
        <p:spPr>
          <a:xfrm>
            <a:off x="6309360" y="1828800"/>
            <a:ext cx="5303520" cy="3977640"/>
          </a:xfrm>
          <a:prstGeom prst="rect">
            <a:avLst/>
          </a:prstGeom>
          <a:solidFill>
            <a:srgbClr val="EAF6E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11" name="Barra da recomendação"/>
          <p:cNvSpPr/>
          <p:nvPr userDrawn="1"/>
        </p:nvSpPr>
        <p:spPr>
          <a:xfrm>
            <a:off x="6309360" y="1828800"/>
            <a:ext cx="64008" cy="3977640"/>
          </a:xfrm>
          <a:prstGeom prst="rect">
            <a:avLst/>
          </a:prstGeom>
          <a:solidFill>
            <a:srgbClr val="2E9E5B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12" name="Rótulo recomendação"/>
          <p:cNvSpPr txBox="1"/>
          <p:nvPr userDrawn="1"/>
        </p:nvSpPr>
        <p:spPr>
          <a:xfrm>
            <a:off x="6675120" y="2057400"/>
            <a:ext cx="4572000" cy="2286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/>
            <a:r>
              <a:rPr lang="pt-BR" sz="1200" b="1" spc="100">
                <a:solidFill>
                  <a:srgbClr val="1F7A44"/>
                </a:solidFill>
                <a:latin typeface="Arial"/>
              </a:rPr>
              <a:t>RECOMENDAÇÃO</a:t>
            </a:r>
          </a:p>
        </p:txBody>
      </p:sp>
      <p:sp>
        <p:nvSpPr>
          <p:cNvPr id="13" name="Recomendação"/>
          <p:cNvSpPr>
            <a:spLocks noGrp="1"/>
          </p:cNvSpPr>
          <p:nvPr>
            <p:ph type="body" idx="13" sz="quarter"/>
          </p:nvPr>
        </p:nvSpPr>
        <p:spPr>
          <a:xfrm>
            <a:off x="6675120" y="2514600"/>
            <a:ext cx="4663440" cy="3108960"/>
          </a:xfrm>
        </p:spPr>
        <p:txBody>
          <a:bodyPr wrap="square" lIns="0" tIns="0" rIns="0" bIns="0" anchor="t">
            <a:normAutofit/>
          </a:bodyPr>
          <a:lstStyle>
            <a:lvl1pPr marL="0" indent="0" algn="l">
              <a:spcBef>
                <a:spcPts val="0"/>
              </a:spcBef>
              <a:buNone/>
              <a:defRPr lang="pt-BR" sz="1800" b="0" i="0">
                <a:solidFill>
                  <a:srgbClr val="1E1E1C"/>
                </a:solidFill>
                <a:latin typeface="Arial"/>
              </a:defRPr>
            </a:lvl1pPr>
          </a:lstStyle>
          <a:p>
            <a:r>
              <a:rPr lang="pt-BR"/>
              <a:t>O que fazer, em ordem</a:t>
            </a:r>
          </a:p>
        </p:txBody>
      </p:sp>
      <p:sp>
        <p:nvSpPr>
          <p:cNvPr id="14" name="Fonte e nota"/>
          <p:cNvSpPr>
            <a:spLocks noGrp="1"/>
          </p:cNvSpPr>
          <p:nvPr>
            <p:ph type="body" idx="14" sz="quarter"/>
          </p:nvPr>
        </p:nvSpPr>
        <p:spPr>
          <a:xfrm>
            <a:off x="548640" y="5943600"/>
            <a:ext cx="11064240" cy="411480"/>
          </a:xfrm>
        </p:spPr>
        <p:txBody>
          <a:bodyPr wrap="square" lIns="0" tIns="0" rIns="0" bIns="0" anchor="t">
            <a:normAutofit/>
          </a:bodyPr>
          <a:lstStyle>
            <a:lvl1pPr marL="0" indent="0" algn="l">
              <a:spcBef>
                <a:spcPts val="0"/>
              </a:spcBef>
              <a:buNone/>
              <a:defRPr lang="pt-BR" sz="1200" b="0" i="1">
                <a:solidFill>
                  <a:srgbClr val="5B6475"/>
                </a:solidFill>
                <a:latin typeface="Arial"/>
              </a:defRPr>
            </a:lvl1pPr>
          </a:lstStyle>
          <a:p>
            <a:r>
              <a:rPr lang="pt-BR"/>
              <a:t>Fonte e período dos dados</a:t>
            </a:r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bela e status"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ilete do rodapé"/>
          <p:cNvSpPr/>
          <p:nvPr userDrawn="1"/>
        </p:nvSpPr>
        <p:spPr>
          <a:xfrm>
            <a:off x="0" y="6473952"/>
            <a:ext cx="12191695" cy="36576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" name="Chamada"/>
          <p:cNvSpPr>
            <a:spLocks noGrp="1"/>
          </p:cNvSpPr>
          <p:nvPr>
            <p:ph type="body" idx="9" sz="quarter"/>
          </p:nvPr>
        </p:nvSpPr>
        <p:spPr>
          <a:xfrm>
            <a:off x="548640" y="128016"/>
            <a:ext cx="8686800" cy="228600"/>
          </a:xfrm>
        </p:spPr>
        <p:txBody>
          <a:bodyPr wrap="square" lIns="0" tIns="0" rIns="0" bIns="0" anchor="t">
            <a:normAutofit/>
          </a:bodyPr>
          <a:lstStyle>
            <a:lvl1pPr marL="0" indent="0" algn="l">
              <a:spcBef>
                <a:spcPts val="0"/>
              </a:spcBef>
              <a:buNone/>
              <a:defRPr lang="pt-BR" sz="1200" b="1" i="0" spc="120">
                <a:solidFill>
                  <a:srgbClr val="5B6475"/>
                </a:solidFill>
                <a:latin typeface="Arial"/>
              </a:defRPr>
            </a:lvl1pPr>
          </a:lstStyle>
          <a:p>
            <a:r>
              <a:rPr lang="pt-BR"/>
              <a:t>CHAMADA EM CAIXA ALTA</a:t>
            </a:r>
          </a:p>
        </p:txBody>
      </p:sp>
      <p:sp>
        <p:nvSpPr>
          <p:cNvPr id="4" name="Título"/>
          <p:cNvSpPr>
            <a:spLocks noGrp="1"/>
          </p:cNvSpPr>
          <p:nvPr>
            <p:ph type="title"/>
          </p:nvPr>
        </p:nvSpPr>
        <p:spPr>
          <a:xfrm>
            <a:off x="548640" y="411480"/>
            <a:ext cx="11064240" cy="640080"/>
          </a:xfrm>
        </p:spPr>
        <p:txBody>
          <a:bodyPr wrap="square" lIns="0" tIns="0" rIns="0" bIns="0" anchor="t">
            <a:normAutofit/>
          </a:bodyPr>
          <a:lstStyle>
            <a:lvl1pPr marL="0" indent="0" algn="l">
              <a:spcBef>
                <a:spcPts val="0"/>
              </a:spcBef>
              <a:buNone/>
              <a:defRPr lang="pt-BR" sz="3000" b="1" i="0">
                <a:solidFill>
                  <a:srgbClr val="1F3A5F"/>
                </a:solidFill>
                <a:latin typeface="Arial"/>
              </a:defRPr>
            </a:lvl1pPr>
          </a:lstStyle>
          <a:p>
            <a:r>
              <a:rPr lang="pt-BR"/>
              <a:t>Título da tabela</a:t>
            </a:r>
          </a:p>
        </p:txBody>
      </p:sp>
      <p:sp>
        <p:nvSpPr>
          <p:cNvPr id="5" name="Tabela"/>
          <p:cNvSpPr>
            <a:spLocks noGrp="1"/>
          </p:cNvSpPr>
          <p:nvPr>
            <p:ph type="tbl" idx="10"/>
          </p:nvPr>
        </p:nvSpPr>
        <p:spPr>
          <a:xfrm>
            <a:off x="548640" y="1325880"/>
            <a:ext cx="11064240" cy="4297680"/>
          </a:xfrm>
        </p:spPr>
        <p:txBody>
          <a:bodyPr/>
          <a:lstStyle/>
          <a:p>
            <a:endParaRPr lang="pt-BR"/>
          </a:p>
        </p:txBody>
      </p:sp>
      <p:sp>
        <p:nvSpPr>
          <p:cNvPr id="6" name="Fonte e nota"/>
          <p:cNvSpPr>
            <a:spLocks noGrp="1"/>
          </p:cNvSpPr>
          <p:nvPr>
            <p:ph type="body" idx="11" sz="quarter"/>
          </p:nvPr>
        </p:nvSpPr>
        <p:spPr>
          <a:xfrm>
            <a:off x="548640" y="5852160"/>
            <a:ext cx="11064240" cy="457200"/>
          </a:xfrm>
        </p:spPr>
        <p:txBody>
          <a:bodyPr wrap="square" lIns="0" tIns="0" rIns="0" bIns="0" anchor="t">
            <a:normAutofit/>
          </a:bodyPr>
          <a:lstStyle>
            <a:lvl1pPr marL="0" indent="0" algn="l">
              <a:spcBef>
                <a:spcPts val="0"/>
              </a:spcBef>
              <a:buNone/>
              <a:defRPr lang="pt-BR" sz="1200" b="0" i="1">
                <a:solidFill>
                  <a:srgbClr val="5B6475"/>
                </a:solidFill>
                <a:latin typeface="Arial"/>
              </a:defRPr>
            </a:lvl1pPr>
          </a:lstStyle>
          <a:p>
            <a:r>
              <a:rPr lang="pt-BR"/>
              <a:t>Fonte e período dos dados</a:t>
            </a:r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Office Theme">
  <a:themeElements>
    <a:clrScheme name="Neutro">
      <a:dk1>
        <a:sysClr val="windowText" lastClr="000000"/>
      </a:dk1>
      <a:lt1>
        <a:sysClr val="window" lastClr="FFFFFF"/>
      </a:lt1>
      <a:dk2>
        <a:srgbClr val="1F3A5F"/>
      </a:dk2>
      <a:lt2>
        <a:srgbClr val="F3F1EA"/>
      </a:lt2>
      <a:accent1>
        <a:srgbClr val="2F6DB5"/>
      </a:accent1>
      <a:accent2>
        <a:srgbClr val="D9480F"/>
      </a:accent2>
      <a:accent3>
        <a:srgbClr val="F08C00"/>
      </a:accent3>
      <a:accent4>
        <a:srgbClr val="F2C14E"/>
      </a:accent4>
      <a:accent5>
        <a:srgbClr val="C92A2A"/>
      </a:accent5>
      <a:accent6>
        <a:srgbClr val="2E9E5B"/>
      </a:accent6>
      <a:hlink>
        <a:srgbClr val="2F6DB5"/>
      </a:hlink>
      <a:folHlink>
        <a:srgbClr val="5B6475"/>
      </a:folHlink>
    </a:clrScheme>
    <a:fontScheme name="Neutro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Modelo Neutro</dc:title>
  <dc:subject/>
  <dc:creator>Neutro</dc:creator>
  <cp:keywords/>
  <dc:description/>
  <cp:lastModifiedBy>Neutro</cp:lastModifiedBy>
  <cp:revision>1</cp:revision>
  <dcterms:created xsi:type="dcterms:W3CDTF">2026-10-27T10:44:45Z</dcterms:created>
  <dcterms:modified xsi:type="dcterms:W3CDTF">2026-10-27T10:44:45Z</dcterms:modified>
  <cp:category/>
</cp:coreProperties>
</file>